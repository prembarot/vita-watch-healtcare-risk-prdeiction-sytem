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28015" y="2181860"/>
            <a:ext cx="4876800" cy="3162300"/>
          </a:xfrm>
          <a:custGeom>
            <a:avLst/>
            <a:gdLst/>
            <a:ahLst/>
            <a:cxnLst/>
            <a:rect l="l" t="t" r="r" b="b"/>
            <a:pathLst>
              <a:path w="4876800" h="3162300">
                <a:moveTo>
                  <a:pt x="4858258" y="0"/>
                </a:moveTo>
                <a:lnTo>
                  <a:pt x="18554" y="0"/>
                </a:lnTo>
                <a:lnTo>
                  <a:pt x="0" y="18541"/>
                </a:lnTo>
                <a:lnTo>
                  <a:pt x="0" y="3143745"/>
                </a:lnTo>
                <a:lnTo>
                  <a:pt x="15824" y="3161753"/>
                </a:lnTo>
                <a:lnTo>
                  <a:pt x="18554" y="3162300"/>
                </a:lnTo>
                <a:lnTo>
                  <a:pt x="4858258" y="3162300"/>
                </a:lnTo>
                <a:lnTo>
                  <a:pt x="4860925" y="3161753"/>
                </a:lnTo>
                <a:lnTo>
                  <a:pt x="4876800" y="3143745"/>
                </a:lnTo>
                <a:lnTo>
                  <a:pt x="4876800" y="18541"/>
                </a:lnTo>
                <a:lnTo>
                  <a:pt x="4858258" y="0"/>
                </a:lnTo>
                <a:close/>
              </a:path>
            </a:pathLst>
          </a:custGeom>
          <a:solidFill>
            <a:srgbClr val="F0EC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99465" y="2353310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265595" y="0"/>
                </a:moveTo>
                <a:lnTo>
                  <a:pt x="248754" y="0"/>
                </a:lnTo>
                <a:lnTo>
                  <a:pt x="215265" y="3301"/>
                </a:lnTo>
                <a:lnTo>
                  <a:pt x="166535" y="16383"/>
                </a:lnTo>
                <a:lnTo>
                  <a:pt x="121297" y="38608"/>
                </a:lnTo>
                <a:lnTo>
                  <a:pt x="81279" y="69341"/>
                </a:lnTo>
                <a:lnTo>
                  <a:pt x="48018" y="107314"/>
                </a:lnTo>
                <a:lnTo>
                  <a:pt x="22796" y="151002"/>
                </a:lnTo>
                <a:lnTo>
                  <a:pt x="6578" y="198755"/>
                </a:lnTo>
                <a:lnTo>
                  <a:pt x="0" y="248793"/>
                </a:lnTo>
                <a:lnTo>
                  <a:pt x="0" y="257175"/>
                </a:lnTo>
                <a:lnTo>
                  <a:pt x="3301" y="299085"/>
                </a:lnTo>
                <a:lnTo>
                  <a:pt x="16344" y="347852"/>
                </a:lnTo>
                <a:lnTo>
                  <a:pt x="38658" y="393064"/>
                </a:lnTo>
                <a:lnTo>
                  <a:pt x="69367" y="433070"/>
                </a:lnTo>
                <a:lnTo>
                  <a:pt x="107289" y="466344"/>
                </a:lnTo>
                <a:lnTo>
                  <a:pt x="150977" y="491489"/>
                </a:lnTo>
                <a:lnTo>
                  <a:pt x="198742" y="507746"/>
                </a:lnTo>
                <a:lnTo>
                  <a:pt x="240347" y="513969"/>
                </a:lnTo>
                <a:lnTo>
                  <a:pt x="248754" y="514350"/>
                </a:lnTo>
                <a:lnTo>
                  <a:pt x="265595" y="514350"/>
                </a:lnTo>
                <a:lnTo>
                  <a:pt x="347802" y="497966"/>
                </a:lnTo>
                <a:lnTo>
                  <a:pt x="393052" y="475741"/>
                </a:lnTo>
                <a:lnTo>
                  <a:pt x="433069" y="445008"/>
                </a:lnTo>
                <a:lnTo>
                  <a:pt x="466331" y="407035"/>
                </a:lnTo>
                <a:lnTo>
                  <a:pt x="491490" y="363347"/>
                </a:lnTo>
                <a:lnTo>
                  <a:pt x="507746" y="315595"/>
                </a:lnTo>
                <a:lnTo>
                  <a:pt x="514350" y="265557"/>
                </a:lnTo>
                <a:lnTo>
                  <a:pt x="514350" y="248793"/>
                </a:lnTo>
                <a:lnTo>
                  <a:pt x="497966" y="166497"/>
                </a:lnTo>
                <a:lnTo>
                  <a:pt x="475741" y="121285"/>
                </a:lnTo>
                <a:lnTo>
                  <a:pt x="444982" y="81280"/>
                </a:lnTo>
                <a:lnTo>
                  <a:pt x="407060" y="48006"/>
                </a:lnTo>
                <a:lnTo>
                  <a:pt x="363372" y="22860"/>
                </a:lnTo>
                <a:lnTo>
                  <a:pt x="315607" y="6603"/>
                </a:lnTo>
                <a:lnTo>
                  <a:pt x="265595" y="0"/>
                </a:lnTo>
                <a:close/>
              </a:path>
            </a:pathLst>
          </a:custGeom>
          <a:solidFill>
            <a:srgbClr val="DF4E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221" y="2502979"/>
            <a:ext cx="241211" cy="21748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5187" y="662686"/>
            <a:ext cx="10199624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5187" y="1478255"/>
            <a:ext cx="6399530" cy="4217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jpg"/><Relationship Id="rId13" Type="http://schemas.openxmlformats.org/officeDocument/2006/relationships/image" Target="../media/image1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Relationship Id="rId15" Type="http://schemas.openxmlformats.org/officeDocument/2006/relationships/image" Target="../media/image52.png"/><Relationship Id="rId16" Type="http://schemas.openxmlformats.org/officeDocument/2006/relationships/image" Target="../media/image53.png"/><Relationship Id="rId17" Type="http://schemas.openxmlformats.org/officeDocument/2006/relationships/image" Target="../media/image54.png"/><Relationship Id="rId18" Type="http://schemas.openxmlformats.org/officeDocument/2006/relationships/image" Target="../media/image55.png"/><Relationship Id="rId19" Type="http://schemas.openxmlformats.org/officeDocument/2006/relationships/image" Target="../media/image56.png"/><Relationship Id="rId20" Type="http://schemas.openxmlformats.org/officeDocument/2006/relationships/image" Target="../media/image57.png"/><Relationship Id="rId21" Type="http://schemas.openxmlformats.org/officeDocument/2006/relationships/image" Target="../media/image58.png"/><Relationship Id="rId22" Type="http://schemas.openxmlformats.org/officeDocument/2006/relationships/image" Target="../media/image59.png"/><Relationship Id="rId23" Type="http://schemas.openxmlformats.org/officeDocument/2006/relationships/image" Target="../media/image60.png"/><Relationship Id="rId24" Type="http://schemas.openxmlformats.org/officeDocument/2006/relationships/image" Target="../media/image61.png"/><Relationship Id="rId25" Type="http://schemas.openxmlformats.org/officeDocument/2006/relationships/image" Target="../media/image62.png"/><Relationship Id="rId26" Type="http://schemas.openxmlformats.org/officeDocument/2006/relationships/image" Target="../media/image63.png"/><Relationship Id="rId27" Type="http://schemas.openxmlformats.org/officeDocument/2006/relationships/image" Target="../media/image6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2.png"/><Relationship Id="rId16" Type="http://schemas.openxmlformats.org/officeDocument/2006/relationships/image" Target="../media/image83.png"/><Relationship Id="rId17" Type="http://schemas.openxmlformats.org/officeDocument/2006/relationships/image" Target="../media/image84.png"/><Relationship Id="rId18" Type="http://schemas.openxmlformats.org/officeDocument/2006/relationships/image" Target="../media/image85.png"/><Relationship Id="rId19" Type="http://schemas.openxmlformats.org/officeDocument/2006/relationships/image" Target="../media/image86.png"/><Relationship Id="rId20" Type="http://schemas.openxmlformats.org/officeDocument/2006/relationships/image" Target="../media/image87.png"/><Relationship Id="rId21" Type="http://schemas.openxmlformats.org/officeDocument/2006/relationships/image" Target="../media/image88.png"/><Relationship Id="rId22" Type="http://schemas.openxmlformats.org/officeDocument/2006/relationships/image" Target="../media/image89.png"/><Relationship Id="rId23" Type="http://schemas.openxmlformats.org/officeDocument/2006/relationships/image" Target="../media/image9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895850" y="2841625"/>
            <a:ext cx="2905125" cy="1285875"/>
            <a:chOff x="4895850" y="2841625"/>
            <a:chExt cx="2905125" cy="1285875"/>
          </a:xfrm>
        </p:grpSpPr>
        <p:sp>
          <p:nvSpPr>
            <p:cNvPr id="3" name="object 3" descr=""/>
            <p:cNvSpPr/>
            <p:nvPr/>
          </p:nvSpPr>
          <p:spPr>
            <a:xfrm>
              <a:off x="4895850" y="2841625"/>
              <a:ext cx="2905125" cy="1285875"/>
            </a:xfrm>
            <a:custGeom>
              <a:avLst/>
              <a:gdLst/>
              <a:ahLst/>
              <a:cxnLst/>
              <a:rect l="l" t="t" r="r" b="b"/>
              <a:pathLst>
                <a:path w="2905125" h="1285875">
                  <a:moveTo>
                    <a:pt x="2888233" y="0"/>
                  </a:moveTo>
                  <a:lnTo>
                    <a:pt x="16890" y="0"/>
                  </a:lnTo>
                  <a:lnTo>
                    <a:pt x="14350" y="508"/>
                  </a:lnTo>
                  <a:lnTo>
                    <a:pt x="0" y="16891"/>
                  </a:lnTo>
                  <a:lnTo>
                    <a:pt x="0" y="1268984"/>
                  </a:lnTo>
                  <a:lnTo>
                    <a:pt x="16890" y="1285875"/>
                  </a:lnTo>
                  <a:lnTo>
                    <a:pt x="2888233" y="1285875"/>
                  </a:lnTo>
                  <a:lnTo>
                    <a:pt x="2905125" y="1268984"/>
                  </a:lnTo>
                  <a:lnTo>
                    <a:pt x="2905125" y="16891"/>
                  </a:lnTo>
                  <a:lnTo>
                    <a:pt x="2890774" y="508"/>
                  </a:lnTo>
                  <a:lnTo>
                    <a:pt x="2888233" y="0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059299" y="3359404"/>
              <a:ext cx="771525" cy="113030"/>
            </a:xfrm>
            <a:custGeom>
              <a:avLst/>
              <a:gdLst/>
              <a:ahLst/>
              <a:cxnLst/>
              <a:rect l="l" t="t" r="r" b="b"/>
              <a:pathLst>
                <a:path w="771525" h="113029">
                  <a:moveTo>
                    <a:pt x="73406" y="27178"/>
                  </a:moveTo>
                  <a:lnTo>
                    <a:pt x="72263" y="21971"/>
                  </a:lnTo>
                  <a:lnTo>
                    <a:pt x="69723" y="17653"/>
                  </a:lnTo>
                  <a:lnTo>
                    <a:pt x="67310" y="13335"/>
                  </a:lnTo>
                  <a:lnTo>
                    <a:pt x="66598" y="12573"/>
                  </a:lnTo>
                  <a:lnTo>
                    <a:pt x="63881" y="9652"/>
                  </a:lnTo>
                  <a:lnTo>
                    <a:pt x="57277" y="5359"/>
                  </a:lnTo>
                  <a:lnTo>
                    <a:pt x="57277" y="29845"/>
                  </a:lnTo>
                  <a:lnTo>
                    <a:pt x="57277" y="37211"/>
                  </a:lnTo>
                  <a:lnTo>
                    <a:pt x="56769" y="40386"/>
                  </a:lnTo>
                  <a:lnTo>
                    <a:pt x="55854" y="42672"/>
                  </a:lnTo>
                  <a:lnTo>
                    <a:pt x="54737" y="45593"/>
                  </a:lnTo>
                  <a:lnTo>
                    <a:pt x="53086" y="48006"/>
                  </a:lnTo>
                  <a:lnTo>
                    <a:pt x="50800" y="50292"/>
                  </a:lnTo>
                  <a:lnTo>
                    <a:pt x="48260" y="52705"/>
                  </a:lnTo>
                  <a:lnTo>
                    <a:pt x="44958" y="54483"/>
                  </a:lnTo>
                  <a:lnTo>
                    <a:pt x="41148" y="55372"/>
                  </a:lnTo>
                  <a:lnTo>
                    <a:pt x="37338" y="56388"/>
                  </a:lnTo>
                  <a:lnTo>
                    <a:pt x="32258" y="56896"/>
                  </a:lnTo>
                  <a:lnTo>
                    <a:pt x="15494" y="56896"/>
                  </a:lnTo>
                  <a:lnTo>
                    <a:pt x="15494" y="12573"/>
                  </a:lnTo>
                  <a:lnTo>
                    <a:pt x="33147" y="12573"/>
                  </a:lnTo>
                  <a:lnTo>
                    <a:pt x="37211" y="12954"/>
                  </a:lnTo>
                  <a:lnTo>
                    <a:pt x="43688" y="14224"/>
                  </a:lnTo>
                  <a:lnTo>
                    <a:pt x="46482" y="15240"/>
                  </a:lnTo>
                  <a:lnTo>
                    <a:pt x="49022" y="16891"/>
                  </a:lnTo>
                  <a:lnTo>
                    <a:pt x="51816" y="18669"/>
                  </a:lnTo>
                  <a:lnTo>
                    <a:pt x="53848" y="20955"/>
                  </a:lnTo>
                  <a:lnTo>
                    <a:pt x="56642" y="26543"/>
                  </a:lnTo>
                  <a:lnTo>
                    <a:pt x="57277" y="29845"/>
                  </a:lnTo>
                  <a:lnTo>
                    <a:pt x="57277" y="5359"/>
                  </a:lnTo>
                  <a:lnTo>
                    <a:pt x="36068" y="0"/>
                  </a:lnTo>
                  <a:lnTo>
                    <a:pt x="0" y="0"/>
                  </a:lnTo>
                  <a:lnTo>
                    <a:pt x="0" y="110744"/>
                  </a:lnTo>
                  <a:lnTo>
                    <a:pt x="15494" y="110744"/>
                  </a:lnTo>
                  <a:lnTo>
                    <a:pt x="15494" y="69469"/>
                  </a:lnTo>
                  <a:lnTo>
                    <a:pt x="36830" y="69469"/>
                  </a:lnTo>
                  <a:lnTo>
                    <a:pt x="64427" y="56896"/>
                  </a:lnTo>
                  <a:lnTo>
                    <a:pt x="66421" y="54991"/>
                  </a:lnTo>
                  <a:lnTo>
                    <a:pt x="68961" y="51308"/>
                  </a:lnTo>
                  <a:lnTo>
                    <a:pt x="72402" y="42926"/>
                  </a:lnTo>
                  <a:lnTo>
                    <a:pt x="72517" y="42672"/>
                  </a:lnTo>
                  <a:lnTo>
                    <a:pt x="73406" y="38227"/>
                  </a:lnTo>
                  <a:lnTo>
                    <a:pt x="73406" y="27178"/>
                  </a:lnTo>
                  <a:close/>
                </a:path>
                <a:path w="771525" h="113029">
                  <a:moveTo>
                    <a:pt x="131953" y="28067"/>
                  </a:moveTo>
                  <a:lnTo>
                    <a:pt x="130175" y="27813"/>
                  </a:lnTo>
                  <a:lnTo>
                    <a:pt x="121729" y="27813"/>
                  </a:lnTo>
                  <a:lnTo>
                    <a:pt x="100330" y="40005"/>
                  </a:lnTo>
                  <a:lnTo>
                    <a:pt x="100330" y="27813"/>
                  </a:lnTo>
                  <a:lnTo>
                    <a:pt x="85725" y="27813"/>
                  </a:lnTo>
                  <a:lnTo>
                    <a:pt x="85725" y="110744"/>
                  </a:lnTo>
                  <a:lnTo>
                    <a:pt x="100330" y="110744"/>
                  </a:lnTo>
                  <a:lnTo>
                    <a:pt x="100330" y="51689"/>
                  </a:lnTo>
                  <a:lnTo>
                    <a:pt x="103886" y="48514"/>
                  </a:lnTo>
                  <a:lnTo>
                    <a:pt x="107569" y="46101"/>
                  </a:lnTo>
                  <a:lnTo>
                    <a:pt x="111506" y="44450"/>
                  </a:lnTo>
                  <a:lnTo>
                    <a:pt x="115316" y="42799"/>
                  </a:lnTo>
                  <a:lnTo>
                    <a:pt x="119253" y="42037"/>
                  </a:lnTo>
                  <a:lnTo>
                    <a:pt x="127635" y="42037"/>
                  </a:lnTo>
                  <a:lnTo>
                    <a:pt x="128905" y="42164"/>
                  </a:lnTo>
                  <a:lnTo>
                    <a:pt x="131749" y="42799"/>
                  </a:lnTo>
                  <a:lnTo>
                    <a:pt x="131953" y="42799"/>
                  </a:lnTo>
                  <a:lnTo>
                    <a:pt x="131953" y="42037"/>
                  </a:lnTo>
                  <a:lnTo>
                    <a:pt x="131953" y="40005"/>
                  </a:lnTo>
                  <a:lnTo>
                    <a:pt x="131953" y="28067"/>
                  </a:lnTo>
                  <a:close/>
                </a:path>
                <a:path w="771525" h="113029">
                  <a:moveTo>
                    <a:pt x="212979" y="60058"/>
                  </a:moveTo>
                  <a:lnTo>
                    <a:pt x="212928" y="56134"/>
                  </a:lnTo>
                  <a:lnTo>
                    <a:pt x="212178" y="51435"/>
                  </a:lnTo>
                  <a:lnTo>
                    <a:pt x="212090" y="50800"/>
                  </a:lnTo>
                  <a:lnTo>
                    <a:pt x="208788" y="41656"/>
                  </a:lnTo>
                  <a:lnTo>
                    <a:pt x="206375" y="37719"/>
                  </a:lnTo>
                  <a:lnTo>
                    <a:pt x="205511" y="36830"/>
                  </a:lnTo>
                  <a:lnTo>
                    <a:pt x="203327" y="34544"/>
                  </a:lnTo>
                  <a:lnTo>
                    <a:pt x="200152" y="31369"/>
                  </a:lnTo>
                  <a:lnTo>
                    <a:pt x="198628" y="30429"/>
                  </a:lnTo>
                  <a:lnTo>
                    <a:pt x="198628" y="56134"/>
                  </a:lnTo>
                  <a:lnTo>
                    <a:pt x="198628" y="60058"/>
                  </a:lnTo>
                  <a:lnTo>
                    <a:pt x="152514" y="60058"/>
                  </a:lnTo>
                  <a:lnTo>
                    <a:pt x="152781" y="56388"/>
                  </a:lnTo>
                  <a:lnTo>
                    <a:pt x="173228" y="36830"/>
                  </a:lnTo>
                  <a:lnTo>
                    <a:pt x="181102" y="36830"/>
                  </a:lnTo>
                  <a:lnTo>
                    <a:pt x="184404" y="37338"/>
                  </a:lnTo>
                  <a:lnTo>
                    <a:pt x="189738" y="39624"/>
                  </a:lnTo>
                  <a:lnTo>
                    <a:pt x="191998" y="41275"/>
                  </a:lnTo>
                  <a:lnTo>
                    <a:pt x="193675" y="43307"/>
                  </a:lnTo>
                  <a:lnTo>
                    <a:pt x="195199" y="45085"/>
                  </a:lnTo>
                  <a:lnTo>
                    <a:pt x="196469" y="47498"/>
                  </a:lnTo>
                  <a:lnTo>
                    <a:pt x="197231" y="50165"/>
                  </a:lnTo>
                  <a:lnTo>
                    <a:pt x="198120" y="52959"/>
                  </a:lnTo>
                  <a:lnTo>
                    <a:pt x="198628" y="56134"/>
                  </a:lnTo>
                  <a:lnTo>
                    <a:pt x="198628" y="30429"/>
                  </a:lnTo>
                  <a:lnTo>
                    <a:pt x="196469" y="29083"/>
                  </a:lnTo>
                  <a:lnTo>
                    <a:pt x="192405" y="27559"/>
                  </a:lnTo>
                  <a:lnTo>
                    <a:pt x="188214" y="26035"/>
                  </a:lnTo>
                  <a:lnTo>
                    <a:pt x="183388" y="25273"/>
                  </a:lnTo>
                  <a:lnTo>
                    <a:pt x="177927" y="25273"/>
                  </a:lnTo>
                  <a:lnTo>
                    <a:pt x="143852" y="43865"/>
                  </a:lnTo>
                  <a:lnTo>
                    <a:pt x="137541" y="69723"/>
                  </a:lnTo>
                  <a:lnTo>
                    <a:pt x="138264" y="79425"/>
                  </a:lnTo>
                  <a:lnTo>
                    <a:pt x="163004" y="109880"/>
                  </a:lnTo>
                  <a:lnTo>
                    <a:pt x="181483" y="112649"/>
                  </a:lnTo>
                  <a:lnTo>
                    <a:pt x="187198" y="112649"/>
                  </a:lnTo>
                  <a:lnTo>
                    <a:pt x="190246" y="112141"/>
                  </a:lnTo>
                  <a:lnTo>
                    <a:pt x="192659" y="111633"/>
                  </a:lnTo>
                  <a:lnTo>
                    <a:pt x="195199" y="111125"/>
                  </a:lnTo>
                  <a:lnTo>
                    <a:pt x="197993" y="110363"/>
                  </a:lnTo>
                  <a:lnTo>
                    <a:pt x="199961" y="109880"/>
                  </a:lnTo>
                  <a:lnTo>
                    <a:pt x="202438" y="109093"/>
                  </a:lnTo>
                  <a:lnTo>
                    <a:pt x="204978" y="108077"/>
                  </a:lnTo>
                  <a:lnTo>
                    <a:pt x="207518" y="107188"/>
                  </a:lnTo>
                  <a:lnTo>
                    <a:pt x="209473" y="106387"/>
                  </a:lnTo>
                  <a:lnTo>
                    <a:pt x="211328" y="105664"/>
                  </a:lnTo>
                  <a:lnTo>
                    <a:pt x="211328" y="100457"/>
                  </a:lnTo>
                  <a:lnTo>
                    <a:pt x="211328" y="90424"/>
                  </a:lnTo>
                  <a:lnTo>
                    <a:pt x="210439" y="90424"/>
                  </a:lnTo>
                  <a:lnTo>
                    <a:pt x="209296" y="91313"/>
                  </a:lnTo>
                  <a:lnTo>
                    <a:pt x="207772" y="92329"/>
                  </a:lnTo>
                  <a:lnTo>
                    <a:pt x="184531" y="100457"/>
                  </a:lnTo>
                  <a:lnTo>
                    <a:pt x="172339" y="100457"/>
                  </a:lnTo>
                  <a:lnTo>
                    <a:pt x="165227" y="97917"/>
                  </a:lnTo>
                  <a:lnTo>
                    <a:pt x="155067" y="87757"/>
                  </a:lnTo>
                  <a:lnTo>
                    <a:pt x="152527" y="80264"/>
                  </a:lnTo>
                  <a:lnTo>
                    <a:pt x="152527" y="70612"/>
                  </a:lnTo>
                  <a:lnTo>
                    <a:pt x="212979" y="70612"/>
                  </a:lnTo>
                  <a:lnTo>
                    <a:pt x="212979" y="60058"/>
                  </a:lnTo>
                  <a:close/>
                </a:path>
                <a:path w="771525" h="113029">
                  <a:moveTo>
                    <a:pt x="341122" y="50292"/>
                  </a:moveTo>
                  <a:lnTo>
                    <a:pt x="340563" y="46228"/>
                  </a:lnTo>
                  <a:lnTo>
                    <a:pt x="340499" y="45720"/>
                  </a:lnTo>
                  <a:lnTo>
                    <a:pt x="339077" y="41402"/>
                  </a:lnTo>
                  <a:lnTo>
                    <a:pt x="338112" y="38608"/>
                  </a:lnTo>
                  <a:lnTo>
                    <a:pt x="337947" y="38100"/>
                  </a:lnTo>
                  <a:lnTo>
                    <a:pt x="336169" y="34925"/>
                  </a:lnTo>
                  <a:lnTo>
                    <a:pt x="331597" y="29845"/>
                  </a:lnTo>
                  <a:lnTo>
                    <a:pt x="328803" y="28067"/>
                  </a:lnTo>
                  <a:lnTo>
                    <a:pt x="325755" y="27051"/>
                  </a:lnTo>
                  <a:lnTo>
                    <a:pt x="322707" y="25908"/>
                  </a:lnTo>
                  <a:lnTo>
                    <a:pt x="319278" y="25273"/>
                  </a:lnTo>
                  <a:lnTo>
                    <a:pt x="310642" y="25273"/>
                  </a:lnTo>
                  <a:lnTo>
                    <a:pt x="288798" y="39624"/>
                  </a:lnTo>
                  <a:lnTo>
                    <a:pt x="288391" y="38608"/>
                  </a:lnTo>
                  <a:lnTo>
                    <a:pt x="287680" y="36830"/>
                  </a:lnTo>
                  <a:lnTo>
                    <a:pt x="286766" y="34544"/>
                  </a:lnTo>
                  <a:lnTo>
                    <a:pt x="283718" y="30861"/>
                  </a:lnTo>
                  <a:lnTo>
                    <a:pt x="279781" y="28702"/>
                  </a:lnTo>
                  <a:lnTo>
                    <a:pt x="275932" y="26543"/>
                  </a:lnTo>
                  <a:lnTo>
                    <a:pt x="276212" y="26543"/>
                  </a:lnTo>
                  <a:lnTo>
                    <a:pt x="271145" y="25273"/>
                  </a:lnTo>
                  <a:lnTo>
                    <a:pt x="261493" y="25273"/>
                  </a:lnTo>
                  <a:lnTo>
                    <a:pt x="256247" y="26543"/>
                  </a:lnTo>
                  <a:lnTo>
                    <a:pt x="256819" y="26543"/>
                  </a:lnTo>
                  <a:lnTo>
                    <a:pt x="253492" y="28321"/>
                  </a:lnTo>
                  <a:lnTo>
                    <a:pt x="249809" y="30353"/>
                  </a:lnTo>
                  <a:lnTo>
                    <a:pt x="245999" y="33147"/>
                  </a:lnTo>
                  <a:lnTo>
                    <a:pt x="242062" y="36830"/>
                  </a:lnTo>
                  <a:lnTo>
                    <a:pt x="242062" y="27686"/>
                  </a:lnTo>
                  <a:lnTo>
                    <a:pt x="227457" y="27686"/>
                  </a:lnTo>
                  <a:lnTo>
                    <a:pt x="227457" y="110744"/>
                  </a:lnTo>
                  <a:lnTo>
                    <a:pt x="242062" y="110744"/>
                  </a:lnTo>
                  <a:lnTo>
                    <a:pt x="242062" y="48895"/>
                  </a:lnTo>
                  <a:lnTo>
                    <a:pt x="241769" y="48895"/>
                  </a:lnTo>
                  <a:lnTo>
                    <a:pt x="245364" y="45720"/>
                  </a:lnTo>
                  <a:lnTo>
                    <a:pt x="248793" y="43307"/>
                  </a:lnTo>
                  <a:lnTo>
                    <a:pt x="252222" y="41402"/>
                  </a:lnTo>
                  <a:lnTo>
                    <a:pt x="255778" y="39624"/>
                  </a:lnTo>
                  <a:lnTo>
                    <a:pt x="259080" y="38608"/>
                  </a:lnTo>
                  <a:lnTo>
                    <a:pt x="265557" y="38608"/>
                  </a:lnTo>
                  <a:lnTo>
                    <a:pt x="276987" y="58801"/>
                  </a:lnTo>
                  <a:lnTo>
                    <a:pt x="276987" y="110744"/>
                  </a:lnTo>
                  <a:lnTo>
                    <a:pt x="291592" y="110744"/>
                  </a:lnTo>
                  <a:lnTo>
                    <a:pt x="291465" y="52070"/>
                  </a:lnTo>
                  <a:lnTo>
                    <a:pt x="291388" y="50292"/>
                  </a:lnTo>
                  <a:lnTo>
                    <a:pt x="291338" y="48895"/>
                  </a:lnTo>
                  <a:lnTo>
                    <a:pt x="294868" y="45720"/>
                  </a:lnTo>
                  <a:lnTo>
                    <a:pt x="298577" y="43053"/>
                  </a:lnTo>
                  <a:lnTo>
                    <a:pt x="302133" y="41275"/>
                  </a:lnTo>
                  <a:lnTo>
                    <a:pt x="305308" y="39624"/>
                  </a:lnTo>
                  <a:lnTo>
                    <a:pt x="305104" y="39624"/>
                  </a:lnTo>
                  <a:lnTo>
                    <a:pt x="308737" y="38608"/>
                  </a:lnTo>
                  <a:lnTo>
                    <a:pt x="315087" y="38608"/>
                  </a:lnTo>
                  <a:lnTo>
                    <a:pt x="324104" y="44450"/>
                  </a:lnTo>
                  <a:lnTo>
                    <a:pt x="325120" y="46228"/>
                  </a:lnTo>
                  <a:lnTo>
                    <a:pt x="325755" y="48895"/>
                  </a:lnTo>
                  <a:lnTo>
                    <a:pt x="326009" y="52070"/>
                  </a:lnTo>
                  <a:lnTo>
                    <a:pt x="326390" y="55372"/>
                  </a:lnTo>
                  <a:lnTo>
                    <a:pt x="326517" y="110744"/>
                  </a:lnTo>
                  <a:lnTo>
                    <a:pt x="341122" y="110744"/>
                  </a:lnTo>
                  <a:lnTo>
                    <a:pt x="341122" y="50292"/>
                  </a:lnTo>
                  <a:close/>
                </a:path>
                <a:path w="771525" h="113029">
                  <a:moveTo>
                    <a:pt x="487299" y="69723"/>
                  </a:moveTo>
                  <a:lnTo>
                    <a:pt x="486460" y="67056"/>
                  </a:lnTo>
                  <a:lnTo>
                    <a:pt x="485394" y="63754"/>
                  </a:lnTo>
                  <a:lnTo>
                    <a:pt x="481584" y="58928"/>
                  </a:lnTo>
                  <a:lnTo>
                    <a:pt x="480339" y="57404"/>
                  </a:lnTo>
                  <a:lnTo>
                    <a:pt x="477774" y="54229"/>
                  </a:lnTo>
                  <a:lnTo>
                    <a:pt x="472440" y="50927"/>
                  </a:lnTo>
                  <a:lnTo>
                    <a:pt x="471297" y="50634"/>
                  </a:lnTo>
                  <a:lnTo>
                    <a:pt x="471297" y="73152"/>
                  </a:lnTo>
                  <a:lnTo>
                    <a:pt x="471297" y="81280"/>
                  </a:lnTo>
                  <a:lnTo>
                    <a:pt x="459663" y="95504"/>
                  </a:lnTo>
                  <a:lnTo>
                    <a:pt x="459524" y="95504"/>
                  </a:lnTo>
                  <a:lnTo>
                    <a:pt x="456438" y="96647"/>
                  </a:lnTo>
                  <a:lnTo>
                    <a:pt x="448564" y="97917"/>
                  </a:lnTo>
                  <a:lnTo>
                    <a:pt x="443230" y="98171"/>
                  </a:lnTo>
                  <a:lnTo>
                    <a:pt x="423926" y="98171"/>
                  </a:lnTo>
                  <a:lnTo>
                    <a:pt x="423926" y="57404"/>
                  </a:lnTo>
                  <a:lnTo>
                    <a:pt x="450850" y="57404"/>
                  </a:lnTo>
                  <a:lnTo>
                    <a:pt x="456692" y="58166"/>
                  </a:lnTo>
                  <a:lnTo>
                    <a:pt x="459359" y="58928"/>
                  </a:lnTo>
                  <a:lnTo>
                    <a:pt x="461772" y="60198"/>
                  </a:lnTo>
                  <a:lnTo>
                    <a:pt x="465582" y="61976"/>
                  </a:lnTo>
                  <a:lnTo>
                    <a:pt x="468122" y="64262"/>
                  </a:lnTo>
                  <a:lnTo>
                    <a:pt x="469392" y="67056"/>
                  </a:lnTo>
                  <a:lnTo>
                    <a:pt x="470662" y="69723"/>
                  </a:lnTo>
                  <a:lnTo>
                    <a:pt x="471297" y="73152"/>
                  </a:lnTo>
                  <a:lnTo>
                    <a:pt x="471297" y="50634"/>
                  </a:lnTo>
                  <a:lnTo>
                    <a:pt x="465582" y="49149"/>
                  </a:lnTo>
                  <a:lnTo>
                    <a:pt x="465582" y="48641"/>
                  </a:lnTo>
                  <a:lnTo>
                    <a:pt x="470662" y="46228"/>
                  </a:lnTo>
                  <a:lnTo>
                    <a:pt x="472236" y="44958"/>
                  </a:lnTo>
                  <a:lnTo>
                    <a:pt x="474599" y="43053"/>
                  </a:lnTo>
                  <a:lnTo>
                    <a:pt x="477520" y="38989"/>
                  </a:lnTo>
                  <a:lnTo>
                    <a:pt x="480441" y="34798"/>
                  </a:lnTo>
                  <a:lnTo>
                    <a:pt x="481723" y="30480"/>
                  </a:lnTo>
                  <a:lnTo>
                    <a:pt x="481774" y="20066"/>
                  </a:lnTo>
                  <a:lnTo>
                    <a:pt x="480999" y="16510"/>
                  </a:lnTo>
                  <a:lnTo>
                    <a:pt x="480949" y="16256"/>
                  </a:lnTo>
                  <a:lnTo>
                    <a:pt x="478917" y="12827"/>
                  </a:lnTo>
                  <a:lnTo>
                    <a:pt x="478840" y="12700"/>
                  </a:lnTo>
                  <a:lnTo>
                    <a:pt x="477012" y="9271"/>
                  </a:lnTo>
                  <a:lnTo>
                    <a:pt x="473964" y="6477"/>
                  </a:lnTo>
                  <a:lnTo>
                    <a:pt x="469773" y="4445"/>
                  </a:lnTo>
                  <a:lnTo>
                    <a:pt x="466090" y="2413"/>
                  </a:lnTo>
                  <a:lnTo>
                    <a:pt x="465709" y="2311"/>
                  </a:lnTo>
                  <a:lnTo>
                    <a:pt x="465709" y="24384"/>
                  </a:lnTo>
                  <a:lnTo>
                    <a:pt x="465709" y="30480"/>
                  </a:lnTo>
                  <a:lnTo>
                    <a:pt x="459232" y="41275"/>
                  </a:lnTo>
                  <a:lnTo>
                    <a:pt x="456819" y="42799"/>
                  </a:lnTo>
                  <a:lnTo>
                    <a:pt x="454406" y="43815"/>
                  </a:lnTo>
                  <a:lnTo>
                    <a:pt x="452120" y="44196"/>
                  </a:lnTo>
                  <a:lnTo>
                    <a:pt x="449834" y="44704"/>
                  </a:lnTo>
                  <a:lnTo>
                    <a:pt x="446278" y="44958"/>
                  </a:lnTo>
                  <a:lnTo>
                    <a:pt x="423926" y="44958"/>
                  </a:lnTo>
                  <a:lnTo>
                    <a:pt x="423926" y="12700"/>
                  </a:lnTo>
                  <a:lnTo>
                    <a:pt x="448437" y="12700"/>
                  </a:lnTo>
                  <a:lnTo>
                    <a:pt x="464312" y="20066"/>
                  </a:lnTo>
                  <a:lnTo>
                    <a:pt x="465328" y="21971"/>
                  </a:lnTo>
                  <a:lnTo>
                    <a:pt x="447548" y="0"/>
                  </a:lnTo>
                  <a:lnTo>
                    <a:pt x="408432" y="0"/>
                  </a:lnTo>
                  <a:lnTo>
                    <a:pt x="408432" y="110744"/>
                  </a:lnTo>
                  <a:lnTo>
                    <a:pt x="449707" y="110744"/>
                  </a:lnTo>
                  <a:lnTo>
                    <a:pt x="456184" y="110109"/>
                  </a:lnTo>
                  <a:lnTo>
                    <a:pt x="466217" y="107315"/>
                  </a:lnTo>
                  <a:lnTo>
                    <a:pt x="470789" y="105029"/>
                  </a:lnTo>
                  <a:lnTo>
                    <a:pt x="475234" y="101727"/>
                  </a:lnTo>
                  <a:lnTo>
                    <a:pt x="478917" y="99060"/>
                  </a:lnTo>
                  <a:lnTo>
                    <a:pt x="479640" y="98171"/>
                  </a:lnTo>
                  <a:lnTo>
                    <a:pt x="481838" y="95504"/>
                  </a:lnTo>
                  <a:lnTo>
                    <a:pt x="483997" y="91313"/>
                  </a:lnTo>
                  <a:lnTo>
                    <a:pt x="486283" y="87122"/>
                  </a:lnTo>
                  <a:lnTo>
                    <a:pt x="487299" y="82296"/>
                  </a:lnTo>
                  <a:lnTo>
                    <a:pt x="487299" y="69723"/>
                  </a:lnTo>
                  <a:close/>
                </a:path>
                <a:path w="771525" h="113029">
                  <a:moveTo>
                    <a:pt x="565150" y="48641"/>
                  </a:moveTo>
                  <a:lnTo>
                    <a:pt x="535432" y="25654"/>
                  </a:lnTo>
                  <a:lnTo>
                    <a:pt x="524383" y="25654"/>
                  </a:lnTo>
                  <a:lnTo>
                    <a:pt x="519430" y="26035"/>
                  </a:lnTo>
                  <a:lnTo>
                    <a:pt x="509397" y="27813"/>
                  </a:lnTo>
                  <a:lnTo>
                    <a:pt x="505460" y="28702"/>
                  </a:lnTo>
                  <a:lnTo>
                    <a:pt x="502793" y="29464"/>
                  </a:lnTo>
                  <a:lnTo>
                    <a:pt x="502793" y="43561"/>
                  </a:lnTo>
                  <a:lnTo>
                    <a:pt x="503555" y="43561"/>
                  </a:lnTo>
                  <a:lnTo>
                    <a:pt x="507911" y="41910"/>
                  </a:lnTo>
                  <a:lnTo>
                    <a:pt x="512826" y="40386"/>
                  </a:lnTo>
                  <a:lnTo>
                    <a:pt x="517398" y="39370"/>
                  </a:lnTo>
                  <a:lnTo>
                    <a:pt x="521970" y="38481"/>
                  </a:lnTo>
                  <a:lnTo>
                    <a:pt x="524916" y="38100"/>
                  </a:lnTo>
                  <a:lnTo>
                    <a:pt x="534924" y="38100"/>
                  </a:lnTo>
                  <a:lnTo>
                    <a:pt x="550545" y="50038"/>
                  </a:lnTo>
                  <a:lnTo>
                    <a:pt x="550545" y="56007"/>
                  </a:lnTo>
                  <a:lnTo>
                    <a:pt x="550545" y="67183"/>
                  </a:lnTo>
                  <a:lnTo>
                    <a:pt x="550545" y="90297"/>
                  </a:lnTo>
                  <a:lnTo>
                    <a:pt x="547243" y="93091"/>
                  </a:lnTo>
                  <a:lnTo>
                    <a:pt x="543687" y="95377"/>
                  </a:lnTo>
                  <a:lnTo>
                    <a:pt x="540004" y="97282"/>
                  </a:lnTo>
                  <a:lnTo>
                    <a:pt x="536194" y="99187"/>
                  </a:lnTo>
                  <a:lnTo>
                    <a:pt x="532003" y="100203"/>
                  </a:lnTo>
                  <a:lnTo>
                    <a:pt x="521970" y="100203"/>
                  </a:lnTo>
                  <a:lnTo>
                    <a:pt x="517779" y="98933"/>
                  </a:lnTo>
                  <a:lnTo>
                    <a:pt x="512191" y="94107"/>
                  </a:lnTo>
                  <a:lnTo>
                    <a:pt x="510794" y="90551"/>
                  </a:lnTo>
                  <a:lnTo>
                    <a:pt x="510794" y="81534"/>
                  </a:lnTo>
                  <a:lnTo>
                    <a:pt x="512064" y="78232"/>
                  </a:lnTo>
                  <a:lnTo>
                    <a:pt x="514604" y="75819"/>
                  </a:lnTo>
                  <a:lnTo>
                    <a:pt x="517144" y="73533"/>
                  </a:lnTo>
                  <a:lnTo>
                    <a:pt x="520204" y="71882"/>
                  </a:lnTo>
                  <a:lnTo>
                    <a:pt x="520014" y="71882"/>
                  </a:lnTo>
                  <a:lnTo>
                    <a:pt x="524256" y="70612"/>
                  </a:lnTo>
                  <a:lnTo>
                    <a:pt x="527558" y="69723"/>
                  </a:lnTo>
                  <a:lnTo>
                    <a:pt x="531876" y="68961"/>
                  </a:lnTo>
                  <a:lnTo>
                    <a:pt x="546989" y="67564"/>
                  </a:lnTo>
                  <a:lnTo>
                    <a:pt x="550545" y="67183"/>
                  </a:lnTo>
                  <a:lnTo>
                    <a:pt x="550545" y="56007"/>
                  </a:lnTo>
                  <a:lnTo>
                    <a:pt x="542798" y="56388"/>
                  </a:lnTo>
                  <a:lnTo>
                    <a:pt x="535559" y="57023"/>
                  </a:lnTo>
                  <a:lnTo>
                    <a:pt x="528955" y="57912"/>
                  </a:lnTo>
                  <a:lnTo>
                    <a:pt x="522224" y="58674"/>
                  </a:lnTo>
                  <a:lnTo>
                    <a:pt x="516509" y="60198"/>
                  </a:lnTo>
                  <a:lnTo>
                    <a:pt x="511556" y="62357"/>
                  </a:lnTo>
                  <a:lnTo>
                    <a:pt x="506095" y="64643"/>
                  </a:lnTo>
                  <a:lnTo>
                    <a:pt x="495681" y="80899"/>
                  </a:lnTo>
                  <a:lnTo>
                    <a:pt x="495719" y="90551"/>
                  </a:lnTo>
                  <a:lnTo>
                    <a:pt x="503428" y="105664"/>
                  </a:lnTo>
                  <a:lnTo>
                    <a:pt x="505841" y="108077"/>
                  </a:lnTo>
                  <a:lnTo>
                    <a:pt x="508635" y="109855"/>
                  </a:lnTo>
                  <a:lnTo>
                    <a:pt x="511937" y="111125"/>
                  </a:lnTo>
                  <a:lnTo>
                    <a:pt x="515112" y="112395"/>
                  </a:lnTo>
                  <a:lnTo>
                    <a:pt x="518541" y="113030"/>
                  </a:lnTo>
                  <a:lnTo>
                    <a:pt x="526542" y="113030"/>
                  </a:lnTo>
                  <a:lnTo>
                    <a:pt x="549275" y="102743"/>
                  </a:lnTo>
                  <a:lnTo>
                    <a:pt x="550545" y="101854"/>
                  </a:lnTo>
                  <a:lnTo>
                    <a:pt x="550545" y="110744"/>
                  </a:lnTo>
                  <a:lnTo>
                    <a:pt x="565150" y="110744"/>
                  </a:lnTo>
                  <a:lnTo>
                    <a:pt x="565150" y="101854"/>
                  </a:lnTo>
                  <a:lnTo>
                    <a:pt x="565150" y="100203"/>
                  </a:lnTo>
                  <a:lnTo>
                    <a:pt x="565150" y="67183"/>
                  </a:lnTo>
                  <a:lnTo>
                    <a:pt x="565150" y="48641"/>
                  </a:lnTo>
                  <a:close/>
                </a:path>
                <a:path w="771525" h="113029">
                  <a:moveTo>
                    <a:pt x="631825" y="28067"/>
                  </a:moveTo>
                  <a:lnTo>
                    <a:pt x="630047" y="27813"/>
                  </a:lnTo>
                  <a:lnTo>
                    <a:pt x="621601" y="27813"/>
                  </a:lnTo>
                  <a:lnTo>
                    <a:pt x="600202" y="40005"/>
                  </a:lnTo>
                  <a:lnTo>
                    <a:pt x="600202" y="27813"/>
                  </a:lnTo>
                  <a:lnTo>
                    <a:pt x="585597" y="27813"/>
                  </a:lnTo>
                  <a:lnTo>
                    <a:pt x="585597" y="110744"/>
                  </a:lnTo>
                  <a:lnTo>
                    <a:pt x="600202" y="110744"/>
                  </a:lnTo>
                  <a:lnTo>
                    <a:pt x="600202" y="51689"/>
                  </a:lnTo>
                  <a:lnTo>
                    <a:pt x="603758" y="48514"/>
                  </a:lnTo>
                  <a:lnTo>
                    <a:pt x="607441" y="46101"/>
                  </a:lnTo>
                  <a:lnTo>
                    <a:pt x="611378" y="44450"/>
                  </a:lnTo>
                  <a:lnTo>
                    <a:pt x="615188" y="42799"/>
                  </a:lnTo>
                  <a:lnTo>
                    <a:pt x="619125" y="42037"/>
                  </a:lnTo>
                  <a:lnTo>
                    <a:pt x="627507" y="42037"/>
                  </a:lnTo>
                  <a:lnTo>
                    <a:pt x="628777" y="42164"/>
                  </a:lnTo>
                  <a:lnTo>
                    <a:pt x="631621" y="42799"/>
                  </a:lnTo>
                  <a:lnTo>
                    <a:pt x="631825" y="42799"/>
                  </a:lnTo>
                  <a:lnTo>
                    <a:pt x="631825" y="42037"/>
                  </a:lnTo>
                  <a:lnTo>
                    <a:pt x="631825" y="40005"/>
                  </a:lnTo>
                  <a:lnTo>
                    <a:pt x="631825" y="28067"/>
                  </a:lnTo>
                  <a:close/>
                </a:path>
                <a:path w="771525" h="113029">
                  <a:moveTo>
                    <a:pt x="715264" y="69215"/>
                  </a:moveTo>
                  <a:lnTo>
                    <a:pt x="704964" y="37338"/>
                  </a:lnTo>
                  <a:lnTo>
                    <a:pt x="704596" y="36830"/>
                  </a:lnTo>
                  <a:lnTo>
                    <a:pt x="700151" y="32931"/>
                  </a:lnTo>
                  <a:lnTo>
                    <a:pt x="700151" y="58420"/>
                  </a:lnTo>
                  <a:lnTo>
                    <a:pt x="700151" y="79883"/>
                  </a:lnTo>
                  <a:lnTo>
                    <a:pt x="698106" y="87312"/>
                  </a:lnTo>
                  <a:lnTo>
                    <a:pt x="698055" y="87503"/>
                  </a:lnTo>
                  <a:lnTo>
                    <a:pt x="697966" y="87795"/>
                  </a:lnTo>
                  <a:lnTo>
                    <a:pt x="693928" y="93091"/>
                  </a:lnTo>
                  <a:lnTo>
                    <a:pt x="689737" y="98298"/>
                  </a:lnTo>
                  <a:lnTo>
                    <a:pt x="683895" y="100965"/>
                  </a:lnTo>
                  <a:lnTo>
                    <a:pt x="668655" y="100965"/>
                  </a:lnTo>
                  <a:lnTo>
                    <a:pt x="652399" y="58420"/>
                  </a:lnTo>
                  <a:lnTo>
                    <a:pt x="654469" y="50736"/>
                  </a:lnTo>
                  <a:lnTo>
                    <a:pt x="654558" y="50419"/>
                  </a:lnTo>
                  <a:lnTo>
                    <a:pt x="658622" y="45212"/>
                  </a:lnTo>
                  <a:lnTo>
                    <a:pt x="662813" y="40005"/>
                  </a:lnTo>
                  <a:lnTo>
                    <a:pt x="668655" y="37338"/>
                  </a:lnTo>
                  <a:lnTo>
                    <a:pt x="684022" y="37338"/>
                  </a:lnTo>
                  <a:lnTo>
                    <a:pt x="689864" y="40005"/>
                  </a:lnTo>
                  <a:lnTo>
                    <a:pt x="693928" y="45212"/>
                  </a:lnTo>
                  <a:lnTo>
                    <a:pt x="698119" y="50419"/>
                  </a:lnTo>
                  <a:lnTo>
                    <a:pt x="700151" y="58420"/>
                  </a:lnTo>
                  <a:lnTo>
                    <a:pt x="700151" y="32931"/>
                  </a:lnTo>
                  <a:lnTo>
                    <a:pt x="698881" y="31813"/>
                  </a:lnTo>
                  <a:lnTo>
                    <a:pt x="692251" y="28206"/>
                  </a:lnTo>
                  <a:lnTo>
                    <a:pt x="684745" y="26009"/>
                  </a:lnTo>
                  <a:lnTo>
                    <a:pt x="676402" y="25273"/>
                  </a:lnTo>
                  <a:lnTo>
                    <a:pt x="667981" y="26009"/>
                  </a:lnTo>
                  <a:lnTo>
                    <a:pt x="637946" y="59410"/>
                  </a:lnTo>
                  <a:lnTo>
                    <a:pt x="637286" y="69215"/>
                  </a:lnTo>
                  <a:lnTo>
                    <a:pt x="637921" y="78790"/>
                  </a:lnTo>
                  <a:lnTo>
                    <a:pt x="660260" y="110172"/>
                  </a:lnTo>
                  <a:lnTo>
                    <a:pt x="660425" y="110172"/>
                  </a:lnTo>
                  <a:lnTo>
                    <a:pt x="667829" y="112318"/>
                  </a:lnTo>
                  <a:lnTo>
                    <a:pt x="668032" y="112318"/>
                  </a:lnTo>
                  <a:lnTo>
                    <a:pt x="676402" y="113030"/>
                  </a:lnTo>
                  <a:lnTo>
                    <a:pt x="684745" y="112318"/>
                  </a:lnTo>
                  <a:lnTo>
                    <a:pt x="692251" y="110172"/>
                  </a:lnTo>
                  <a:lnTo>
                    <a:pt x="698881" y="106603"/>
                  </a:lnTo>
                  <a:lnTo>
                    <a:pt x="704596" y="101600"/>
                  </a:lnTo>
                  <a:lnTo>
                    <a:pt x="705053" y="100965"/>
                  </a:lnTo>
                  <a:lnTo>
                    <a:pt x="709256" y="95300"/>
                  </a:lnTo>
                  <a:lnTo>
                    <a:pt x="712597" y="87795"/>
                  </a:lnTo>
                  <a:lnTo>
                    <a:pt x="714413" y="79883"/>
                  </a:lnTo>
                  <a:lnTo>
                    <a:pt x="714463" y="79629"/>
                  </a:lnTo>
                  <a:lnTo>
                    <a:pt x="714590" y="79108"/>
                  </a:lnTo>
                  <a:lnTo>
                    <a:pt x="715264" y="69215"/>
                  </a:lnTo>
                  <a:close/>
                </a:path>
                <a:path w="771525" h="113029">
                  <a:moveTo>
                    <a:pt x="771525" y="27686"/>
                  </a:moveTo>
                  <a:lnTo>
                    <a:pt x="744474" y="27686"/>
                  </a:lnTo>
                  <a:lnTo>
                    <a:pt x="744474" y="3683"/>
                  </a:lnTo>
                  <a:lnTo>
                    <a:pt x="729742" y="3683"/>
                  </a:lnTo>
                  <a:lnTo>
                    <a:pt x="729742" y="27686"/>
                  </a:lnTo>
                  <a:lnTo>
                    <a:pt x="719836" y="27686"/>
                  </a:lnTo>
                  <a:lnTo>
                    <a:pt x="719836" y="39243"/>
                  </a:lnTo>
                  <a:lnTo>
                    <a:pt x="729742" y="39243"/>
                  </a:lnTo>
                  <a:lnTo>
                    <a:pt x="729818" y="94869"/>
                  </a:lnTo>
                  <a:lnTo>
                    <a:pt x="732028" y="101473"/>
                  </a:lnTo>
                  <a:lnTo>
                    <a:pt x="736473" y="105918"/>
                  </a:lnTo>
                  <a:lnTo>
                    <a:pt x="740918" y="110236"/>
                  </a:lnTo>
                  <a:lnTo>
                    <a:pt x="747141" y="112395"/>
                  </a:lnTo>
                  <a:lnTo>
                    <a:pt x="757555" y="112395"/>
                  </a:lnTo>
                  <a:lnTo>
                    <a:pt x="760222" y="112141"/>
                  </a:lnTo>
                  <a:lnTo>
                    <a:pt x="765937" y="111379"/>
                  </a:lnTo>
                  <a:lnTo>
                    <a:pt x="768731" y="110744"/>
                  </a:lnTo>
                  <a:lnTo>
                    <a:pt x="771525" y="109982"/>
                  </a:lnTo>
                  <a:lnTo>
                    <a:pt x="771525" y="100076"/>
                  </a:lnTo>
                  <a:lnTo>
                    <a:pt x="771525" y="97409"/>
                  </a:lnTo>
                  <a:lnTo>
                    <a:pt x="770636" y="97409"/>
                  </a:lnTo>
                  <a:lnTo>
                    <a:pt x="769620" y="97917"/>
                  </a:lnTo>
                  <a:lnTo>
                    <a:pt x="765810" y="99060"/>
                  </a:lnTo>
                  <a:lnTo>
                    <a:pt x="763524" y="99822"/>
                  </a:lnTo>
                  <a:lnTo>
                    <a:pt x="761238" y="100076"/>
                  </a:lnTo>
                  <a:lnTo>
                    <a:pt x="755396" y="100076"/>
                  </a:lnTo>
                  <a:lnTo>
                    <a:pt x="752729" y="99695"/>
                  </a:lnTo>
                  <a:lnTo>
                    <a:pt x="750824" y="98806"/>
                  </a:lnTo>
                  <a:lnTo>
                    <a:pt x="748792" y="97917"/>
                  </a:lnTo>
                  <a:lnTo>
                    <a:pt x="747395" y="96647"/>
                  </a:lnTo>
                  <a:lnTo>
                    <a:pt x="746506" y="94869"/>
                  </a:lnTo>
                  <a:lnTo>
                    <a:pt x="745490" y="92964"/>
                  </a:lnTo>
                  <a:lnTo>
                    <a:pt x="744855" y="90805"/>
                  </a:lnTo>
                  <a:lnTo>
                    <a:pt x="744728" y="88519"/>
                  </a:lnTo>
                  <a:lnTo>
                    <a:pt x="744474" y="86233"/>
                  </a:lnTo>
                  <a:lnTo>
                    <a:pt x="744474" y="39243"/>
                  </a:lnTo>
                  <a:lnTo>
                    <a:pt x="771525" y="39243"/>
                  </a:lnTo>
                  <a:lnTo>
                    <a:pt x="771525" y="27686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4925" y="3354324"/>
              <a:ext cx="964946" cy="14643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9298" y="3572256"/>
              <a:ext cx="876680" cy="14643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96177" y="3572256"/>
              <a:ext cx="963422" cy="14643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059299" y="3791712"/>
              <a:ext cx="840105" cy="118110"/>
            </a:xfrm>
            <a:custGeom>
              <a:avLst/>
              <a:gdLst/>
              <a:ahLst/>
              <a:cxnLst/>
              <a:rect l="l" t="t" r="r" b="b"/>
              <a:pathLst>
                <a:path w="840104" h="118110">
                  <a:moveTo>
                    <a:pt x="84709" y="115824"/>
                  </a:moveTo>
                  <a:lnTo>
                    <a:pt x="41897" y="64262"/>
                  </a:lnTo>
                  <a:lnTo>
                    <a:pt x="35039" y="56007"/>
                  </a:lnTo>
                  <a:lnTo>
                    <a:pt x="33782" y="54483"/>
                  </a:lnTo>
                  <a:lnTo>
                    <a:pt x="81915" y="5080"/>
                  </a:lnTo>
                  <a:lnTo>
                    <a:pt x="63119" y="5080"/>
                  </a:lnTo>
                  <a:lnTo>
                    <a:pt x="15494" y="56007"/>
                  </a:lnTo>
                  <a:lnTo>
                    <a:pt x="15494" y="5080"/>
                  </a:lnTo>
                  <a:lnTo>
                    <a:pt x="0" y="5080"/>
                  </a:lnTo>
                  <a:lnTo>
                    <a:pt x="0" y="115824"/>
                  </a:lnTo>
                  <a:lnTo>
                    <a:pt x="15494" y="115824"/>
                  </a:lnTo>
                  <a:lnTo>
                    <a:pt x="15494" y="71501"/>
                  </a:lnTo>
                  <a:lnTo>
                    <a:pt x="22225" y="64262"/>
                  </a:lnTo>
                  <a:lnTo>
                    <a:pt x="64643" y="115824"/>
                  </a:lnTo>
                  <a:lnTo>
                    <a:pt x="84709" y="115824"/>
                  </a:lnTo>
                  <a:close/>
                </a:path>
                <a:path w="840104" h="118110">
                  <a:moveTo>
                    <a:pt x="138049" y="33147"/>
                  </a:moveTo>
                  <a:lnTo>
                    <a:pt x="136271" y="32893"/>
                  </a:lnTo>
                  <a:lnTo>
                    <a:pt x="127825" y="32893"/>
                  </a:lnTo>
                  <a:lnTo>
                    <a:pt x="106426" y="45085"/>
                  </a:lnTo>
                  <a:lnTo>
                    <a:pt x="106426" y="32893"/>
                  </a:lnTo>
                  <a:lnTo>
                    <a:pt x="91821" y="32893"/>
                  </a:lnTo>
                  <a:lnTo>
                    <a:pt x="91821" y="115824"/>
                  </a:lnTo>
                  <a:lnTo>
                    <a:pt x="106426" y="115824"/>
                  </a:lnTo>
                  <a:lnTo>
                    <a:pt x="106426" y="56769"/>
                  </a:lnTo>
                  <a:lnTo>
                    <a:pt x="109982" y="53594"/>
                  </a:lnTo>
                  <a:lnTo>
                    <a:pt x="113665" y="51181"/>
                  </a:lnTo>
                  <a:lnTo>
                    <a:pt x="117602" y="49530"/>
                  </a:lnTo>
                  <a:lnTo>
                    <a:pt x="121412" y="47879"/>
                  </a:lnTo>
                  <a:lnTo>
                    <a:pt x="125349" y="47117"/>
                  </a:lnTo>
                  <a:lnTo>
                    <a:pt x="133731" y="47117"/>
                  </a:lnTo>
                  <a:lnTo>
                    <a:pt x="135001" y="47244"/>
                  </a:lnTo>
                  <a:lnTo>
                    <a:pt x="137845" y="47879"/>
                  </a:lnTo>
                  <a:lnTo>
                    <a:pt x="138049" y="47879"/>
                  </a:lnTo>
                  <a:lnTo>
                    <a:pt x="138049" y="47117"/>
                  </a:lnTo>
                  <a:lnTo>
                    <a:pt x="138049" y="45085"/>
                  </a:lnTo>
                  <a:lnTo>
                    <a:pt x="138049" y="33147"/>
                  </a:lnTo>
                  <a:close/>
                </a:path>
                <a:path w="840104" h="118110">
                  <a:moveTo>
                    <a:pt x="216154" y="32766"/>
                  </a:moveTo>
                  <a:lnTo>
                    <a:pt x="201422" y="32766"/>
                  </a:lnTo>
                  <a:lnTo>
                    <a:pt x="201422" y="94742"/>
                  </a:lnTo>
                  <a:lnTo>
                    <a:pt x="198120" y="97536"/>
                  </a:lnTo>
                  <a:lnTo>
                    <a:pt x="194310" y="99949"/>
                  </a:lnTo>
                  <a:lnTo>
                    <a:pt x="190246" y="101854"/>
                  </a:lnTo>
                  <a:lnTo>
                    <a:pt x="186182" y="103886"/>
                  </a:lnTo>
                  <a:lnTo>
                    <a:pt x="181825" y="104902"/>
                  </a:lnTo>
                  <a:lnTo>
                    <a:pt x="175602" y="104902"/>
                  </a:lnTo>
                  <a:lnTo>
                    <a:pt x="162179" y="84455"/>
                  </a:lnTo>
                  <a:lnTo>
                    <a:pt x="162179" y="32766"/>
                  </a:lnTo>
                  <a:lnTo>
                    <a:pt x="147574" y="32766"/>
                  </a:lnTo>
                  <a:lnTo>
                    <a:pt x="147574" y="92202"/>
                  </a:lnTo>
                  <a:lnTo>
                    <a:pt x="148120" y="96393"/>
                  </a:lnTo>
                  <a:lnTo>
                    <a:pt x="171196" y="118110"/>
                  </a:lnTo>
                  <a:lnTo>
                    <a:pt x="179959" y="118110"/>
                  </a:lnTo>
                  <a:lnTo>
                    <a:pt x="184531" y="117094"/>
                  </a:lnTo>
                  <a:lnTo>
                    <a:pt x="192659" y="113284"/>
                  </a:lnTo>
                  <a:lnTo>
                    <a:pt x="196977" y="110363"/>
                  </a:lnTo>
                  <a:lnTo>
                    <a:pt x="201422" y="106553"/>
                  </a:lnTo>
                  <a:lnTo>
                    <a:pt x="201422" y="115824"/>
                  </a:lnTo>
                  <a:lnTo>
                    <a:pt x="216154" y="115824"/>
                  </a:lnTo>
                  <a:lnTo>
                    <a:pt x="216154" y="106553"/>
                  </a:lnTo>
                  <a:lnTo>
                    <a:pt x="216154" y="104902"/>
                  </a:lnTo>
                  <a:lnTo>
                    <a:pt x="216154" y="32766"/>
                  </a:lnTo>
                  <a:close/>
                </a:path>
                <a:path w="840104" h="118110">
                  <a:moveTo>
                    <a:pt x="305181" y="51816"/>
                  </a:moveTo>
                  <a:lnTo>
                    <a:pt x="304901" y="50800"/>
                  </a:lnTo>
                  <a:lnTo>
                    <a:pt x="302882" y="44196"/>
                  </a:lnTo>
                  <a:lnTo>
                    <a:pt x="302768" y="43815"/>
                  </a:lnTo>
                  <a:lnTo>
                    <a:pt x="301040" y="41910"/>
                  </a:lnTo>
                  <a:lnTo>
                    <a:pt x="297942" y="38481"/>
                  </a:lnTo>
                  <a:lnTo>
                    <a:pt x="292989" y="33147"/>
                  </a:lnTo>
                  <a:lnTo>
                    <a:pt x="286385" y="30353"/>
                  </a:lnTo>
                  <a:lnTo>
                    <a:pt x="273050" y="30353"/>
                  </a:lnTo>
                  <a:lnTo>
                    <a:pt x="268478" y="31369"/>
                  </a:lnTo>
                  <a:lnTo>
                    <a:pt x="264160" y="33401"/>
                  </a:lnTo>
                  <a:lnTo>
                    <a:pt x="259969" y="35306"/>
                  </a:lnTo>
                  <a:lnTo>
                    <a:pt x="255651" y="38227"/>
                  </a:lnTo>
                  <a:lnTo>
                    <a:pt x="251206" y="41910"/>
                  </a:lnTo>
                  <a:lnTo>
                    <a:pt x="251206" y="32766"/>
                  </a:lnTo>
                  <a:lnTo>
                    <a:pt x="236601" y="32766"/>
                  </a:lnTo>
                  <a:lnTo>
                    <a:pt x="236601" y="115824"/>
                  </a:lnTo>
                  <a:lnTo>
                    <a:pt x="251206" y="115824"/>
                  </a:lnTo>
                  <a:lnTo>
                    <a:pt x="251206" y="53721"/>
                  </a:lnTo>
                  <a:lnTo>
                    <a:pt x="254889" y="50800"/>
                  </a:lnTo>
                  <a:lnTo>
                    <a:pt x="258699" y="48387"/>
                  </a:lnTo>
                  <a:lnTo>
                    <a:pt x="262636" y="46482"/>
                  </a:lnTo>
                  <a:lnTo>
                    <a:pt x="266446" y="44704"/>
                  </a:lnTo>
                  <a:lnTo>
                    <a:pt x="269773" y="43815"/>
                  </a:lnTo>
                  <a:lnTo>
                    <a:pt x="278345" y="43815"/>
                  </a:lnTo>
                  <a:lnTo>
                    <a:pt x="287655" y="49911"/>
                  </a:lnTo>
                  <a:lnTo>
                    <a:pt x="288798" y="51816"/>
                  </a:lnTo>
                  <a:lnTo>
                    <a:pt x="289433" y="54483"/>
                  </a:lnTo>
                  <a:lnTo>
                    <a:pt x="289941" y="57785"/>
                  </a:lnTo>
                  <a:lnTo>
                    <a:pt x="290322" y="61087"/>
                  </a:lnTo>
                  <a:lnTo>
                    <a:pt x="290449" y="115824"/>
                  </a:lnTo>
                  <a:lnTo>
                    <a:pt x="305181" y="115824"/>
                  </a:lnTo>
                  <a:lnTo>
                    <a:pt x="305181" y="51816"/>
                  </a:lnTo>
                  <a:close/>
                </a:path>
                <a:path w="840104" h="118110">
                  <a:moveTo>
                    <a:pt x="388366" y="53721"/>
                  </a:moveTo>
                  <a:lnTo>
                    <a:pt x="358648" y="30734"/>
                  </a:lnTo>
                  <a:lnTo>
                    <a:pt x="347599" y="30734"/>
                  </a:lnTo>
                  <a:lnTo>
                    <a:pt x="342646" y="31115"/>
                  </a:lnTo>
                  <a:lnTo>
                    <a:pt x="332613" y="32893"/>
                  </a:lnTo>
                  <a:lnTo>
                    <a:pt x="328676" y="33782"/>
                  </a:lnTo>
                  <a:lnTo>
                    <a:pt x="326009" y="34544"/>
                  </a:lnTo>
                  <a:lnTo>
                    <a:pt x="326009" y="48641"/>
                  </a:lnTo>
                  <a:lnTo>
                    <a:pt x="326771" y="48641"/>
                  </a:lnTo>
                  <a:lnTo>
                    <a:pt x="331127" y="46990"/>
                  </a:lnTo>
                  <a:lnTo>
                    <a:pt x="336042" y="45466"/>
                  </a:lnTo>
                  <a:lnTo>
                    <a:pt x="340614" y="44450"/>
                  </a:lnTo>
                  <a:lnTo>
                    <a:pt x="345186" y="43561"/>
                  </a:lnTo>
                  <a:lnTo>
                    <a:pt x="348132" y="43180"/>
                  </a:lnTo>
                  <a:lnTo>
                    <a:pt x="358140" y="43180"/>
                  </a:lnTo>
                  <a:lnTo>
                    <a:pt x="373761" y="55118"/>
                  </a:lnTo>
                  <a:lnTo>
                    <a:pt x="373761" y="61087"/>
                  </a:lnTo>
                  <a:lnTo>
                    <a:pt x="373761" y="72263"/>
                  </a:lnTo>
                  <a:lnTo>
                    <a:pt x="373761" y="95377"/>
                  </a:lnTo>
                  <a:lnTo>
                    <a:pt x="370459" y="98171"/>
                  </a:lnTo>
                  <a:lnTo>
                    <a:pt x="366903" y="100457"/>
                  </a:lnTo>
                  <a:lnTo>
                    <a:pt x="363220" y="102362"/>
                  </a:lnTo>
                  <a:lnTo>
                    <a:pt x="359410" y="104267"/>
                  </a:lnTo>
                  <a:lnTo>
                    <a:pt x="355219" y="105283"/>
                  </a:lnTo>
                  <a:lnTo>
                    <a:pt x="345186" y="105283"/>
                  </a:lnTo>
                  <a:lnTo>
                    <a:pt x="340995" y="104013"/>
                  </a:lnTo>
                  <a:lnTo>
                    <a:pt x="335407" y="99187"/>
                  </a:lnTo>
                  <a:lnTo>
                    <a:pt x="334010" y="95631"/>
                  </a:lnTo>
                  <a:lnTo>
                    <a:pt x="334010" y="86614"/>
                  </a:lnTo>
                  <a:lnTo>
                    <a:pt x="335280" y="83312"/>
                  </a:lnTo>
                  <a:lnTo>
                    <a:pt x="337820" y="80899"/>
                  </a:lnTo>
                  <a:lnTo>
                    <a:pt x="340360" y="78613"/>
                  </a:lnTo>
                  <a:lnTo>
                    <a:pt x="343420" y="76962"/>
                  </a:lnTo>
                  <a:lnTo>
                    <a:pt x="343230" y="76962"/>
                  </a:lnTo>
                  <a:lnTo>
                    <a:pt x="347472" y="75692"/>
                  </a:lnTo>
                  <a:lnTo>
                    <a:pt x="350774" y="74803"/>
                  </a:lnTo>
                  <a:lnTo>
                    <a:pt x="355092" y="74041"/>
                  </a:lnTo>
                  <a:lnTo>
                    <a:pt x="370205" y="72644"/>
                  </a:lnTo>
                  <a:lnTo>
                    <a:pt x="373761" y="72263"/>
                  </a:lnTo>
                  <a:lnTo>
                    <a:pt x="373761" y="61087"/>
                  </a:lnTo>
                  <a:lnTo>
                    <a:pt x="366014" y="61468"/>
                  </a:lnTo>
                  <a:lnTo>
                    <a:pt x="358775" y="62103"/>
                  </a:lnTo>
                  <a:lnTo>
                    <a:pt x="352171" y="62992"/>
                  </a:lnTo>
                  <a:lnTo>
                    <a:pt x="345440" y="63754"/>
                  </a:lnTo>
                  <a:lnTo>
                    <a:pt x="339725" y="65278"/>
                  </a:lnTo>
                  <a:lnTo>
                    <a:pt x="334772" y="67437"/>
                  </a:lnTo>
                  <a:lnTo>
                    <a:pt x="329311" y="69723"/>
                  </a:lnTo>
                  <a:lnTo>
                    <a:pt x="318897" y="85979"/>
                  </a:lnTo>
                  <a:lnTo>
                    <a:pt x="318935" y="95631"/>
                  </a:lnTo>
                  <a:lnTo>
                    <a:pt x="326644" y="110744"/>
                  </a:lnTo>
                  <a:lnTo>
                    <a:pt x="329057" y="113157"/>
                  </a:lnTo>
                  <a:lnTo>
                    <a:pt x="331851" y="114935"/>
                  </a:lnTo>
                  <a:lnTo>
                    <a:pt x="335153" y="116205"/>
                  </a:lnTo>
                  <a:lnTo>
                    <a:pt x="338328" y="117475"/>
                  </a:lnTo>
                  <a:lnTo>
                    <a:pt x="341757" y="118110"/>
                  </a:lnTo>
                  <a:lnTo>
                    <a:pt x="349758" y="118110"/>
                  </a:lnTo>
                  <a:lnTo>
                    <a:pt x="372491" y="107823"/>
                  </a:lnTo>
                  <a:lnTo>
                    <a:pt x="373761" y="106934"/>
                  </a:lnTo>
                  <a:lnTo>
                    <a:pt x="373761" y="115824"/>
                  </a:lnTo>
                  <a:lnTo>
                    <a:pt x="388366" y="115824"/>
                  </a:lnTo>
                  <a:lnTo>
                    <a:pt x="388366" y="106934"/>
                  </a:lnTo>
                  <a:lnTo>
                    <a:pt x="388366" y="105283"/>
                  </a:lnTo>
                  <a:lnTo>
                    <a:pt x="388366" y="72263"/>
                  </a:lnTo>
                  <a:lnTo>
                    <a:pt x="388366" y="53721"/>
                  </a:lnTo>
                  <a:close/>
                </a:path>
                <a:path w="840104" h="118110">
                  <a:moveTo>
                    <a:pt x="422275" y="0"/>
                  </a:moveTo>
                  <a:lnTo>
                    <a:pt x="407543" y="0"/>
                  </a:lnTo>
                  <a:lnTo>
                    <a:pt x="407543" y="115824"/>
                  </a:lnTo>
                  <a:lnTo>
                    <a:pt x="422275" y="115824"/>
                  </a:lnTo>
                  <a:lnTo>
                    <a:pt x="422275" y="0"/>
                  </a:lnTo>
                  <a:close/>
                </a:path>
                <a:path w="840104" h="118110">
                  <a:moveTo>
                    <a:pt x="457327" y="32766"/>
                  </a:moveTo>
                  <a:lnTo>
                    <a:pt x="442595" y="32766"/>
                  </a:lnTo>
                  <a:lnTo>
                    <a:pt x="442595" y="115824"/>
                  </a:lnTo>
                  <a:lnTo>
                    <a:pt x="457327" y="115824"/>
                  </a:lnTo>
                  <a:lnTo>
                    <a:pt x="457327" y="32766"/>
                  </a:lnTo>
                  <a:close/>
                </a:path>
                <a:path w="840104" h="118110">
                  <a:moveTo>
                    <a:pt x="458343" y="4318"/>
                  </a:moveTo>
                  <a:lnTo>
                    <a:pt x="441579" y="4318"/>
                  </a:lnTo>
                  <a:lnTo>
                    <a:pt x="441579" y="18796"/>
                  </a:lnTo>
                  <a:lnTo>
                    <a:pt x="458343" y="18796"/>
                  </a:lnTo>
                  <a:lnTo>
                    <a:pt x="458343" y="4318"/>
                  </a:lnTo>
                  <a:close/>
                </a:path>
                <a:path w="840104" h="118110">
                  <a:moveTo>
                    <a:pt x="596138" y="32258"/>
                  </a:moveTo>
                  <a:lnTo>
                    <a:pt x="594995" y="27051"/>
                  </a:lnTo>
                  <a:lnTo>
                    <a:pt x="592455" y="22733"/>
                  </a:lnTo>
                  <a:lnTo>
                    <a:pt x="590042" y="18415"/>
                  </a:lnTo>
                  <a:lnTo>
                    <a:pt x="589330" y="17653"/>
                  </a:lnTo>
                  <a:lnTo>
                    <a:pt x="586613" y="14732"/>
                  </a:lnTo>
                  <a:lnTo>
                    <a:pt x="580009" y="10439"/>
                  </a:lnTo>
                  <a:lnTo>
                    <a:pt x="580009" y="34925"/>
                  </a:lnTo>
                  <a:lnTo>
                    <a:pt x="580009" y="42291"/>
                  </a:lnTo>
                  <a:lnTo>
                    <a:pt x="579501" y="45466"/>
                  </a:lnTo>
                  <a:lnTo>
                    <a:pt x="578586" y="47752"/>
                  </a:lnTo>
                  <a:lnTo>
                    <a:pt x="577469" y="50673"/>
                  </a:lnTo>
                  <a:lnTo>
                    <a:pt x="575818" y="53086"/>
                  </a:lnTo>
                  <a:lnTo>
                    <a:pt x="573532" y="55372"/>
                  </a:lnTo>
                  <a:lnTo>
                    <a:pt x="570992" y="57785"/>
                  </a:lnTo>
                  <a:lnTo>
                    <a:pt x="567690" y="59563"/>
                  </a:lnTo>
                  <a:lnTo>
                    <a:pt x="563880" y="60452"/>
                  </a:lnTo>
                  <a:lnTo>
                    <a:pt x="560070" y="61468"/>
                  </a:lnTo>
                  <a:lnTo>
                    <a:pt x="554990" y="61976"/>
                  </a:lnTo>
                  <a:lnTo>
                    <a:pt x="538226" y="61976"/>
                  </a:lnTo>
                  <a:lnTo>
                    <a:pt x="538226" y="17653"/>
                  </a:lnTo>
                  <a:lnTo>
                    <a:pt x="555879" y="17653"/>
                  </a:lnTo>
                  <a:lnTo>
                    <a:pt x="559943" y="18034"/>
                  </a:lnTo>
                  <a:lnTo>
                    <a:pt x="566420" y="19304"/>
                  </a:lnTo>
                  <a:lnTo>
                    <a:pt x="569214" y="20320"/>
                  </a:lnTo>
                  <a:lnTo>
                    <a:pt x="571754" y="21971"/>
                  </a:lnTo>
                  <a:lnTo>
                    <a:pt x="574548" y="23749"/>
                  </a:lnTo>
                  <a:lnTo>
                    <a:pt x="576580" y="26035"/>
                  </a:lnTo>
                  <a:lnTo>
                    <a:pt x="579374" y="31623"/>
                  </a:lnTo>
                  <a:lnTo>
                    <a:pt x="580009" y="34925"/>
                  </a:lnTo>
                  <a:lnTo>
                    <a:pt x="580009" y="10439"/>
                  </a:lnTo>
                  <a:lnTo>
                    <a:pt x="558800" y="5080"/>
                  </a:lnTo>
                  <a:lnTo>
                    <a:pt x="522732" y="5080"/>
                  </a:lnTo>
                  <a:lnTo>
                    <a:pt x="522732" y="115824"/>
                  </a:lnTo>
                  <a:lnTo>
                    <a:pt x="538226" y="115824"/>
                  </a:lnTo>
                  <a:lnTo>
                    <a:pt x="538226" y="74549"/>
                  </a:lnTo>
                  <a:lnTo>
                    <a:pt x="559562" y="74549"/>
                  </a:lnTo>
                  <a:lnTo>
                    <a:pt x="587159" y="61976"/>
                  </a:lnTo>
                  <a:lnTo>
                    <a:pt x="589153" y="60071"/>
                  </a:lnTo>
                  <a:lnTo>
                    <a:pt x="591693" y="56388"/>
                  </a:lnTo>
                  <a:lnTo>
                    <a:pt x="595134" y="48006"/>
                  </a:lnTo>
                  <a:lnTo>
                    <a:pt x="595249" y="47752"/>
                  </a:lnTo>
                  <a:lnTo>
                    <a:pt x="596138" y="43307"/>
                  </a:lnTo>
                  <a:lnTo>
                    <a:pt x="596138" y="32258"/>
                  </a:lnTo>
                  <a:close/>
                </a:path>
                <a:path w="840104" h="118110">
                  <a:moveTo>
                    <a:pt x="670306" y="53721"/>
                  </a:moveTo>
                  <a:lnTo>
                    <a:pt x="640588" y="30734"/>
                  </a:lnTo>
                  <a:lnTo>
                    <a:pt x="629539" y="30734"/>
                  </a:lnTo>
                  <a:lnTo>
                    <a:pt x="624586" y="31115"/>
                  </a:lnTo>
                  <a:lnTo>
                    <a:pt x="614553" y="32893"/>
                  </a:lnTo>
                  <a:lnTo>
                    <a:pt x="610616" y="33782"/>
                  </a:lnTo>
                  <a:lnTo>
                    <a:pt x="607949" y="34544"/>
                  </a:lnTo>
                  <a:lnTo>
                    <a:pt x="607949" y="48641"/>
                  </a:lnTo>
                  <a:lnTo>
                    <a:pt x="608711" y="48641"/>
                  </a:lnTo>
                  <a:lnTo>
                    <a:pt x="613067" y="46990"/>
                  </a:lnTo>
                  <a:lnTo>
                    <a:pt x="617982" y="45466"/>
                  </a:lnTo>
                  <a:lnTo>
                    <a:pt x="622554" y="44450"/>
                  </a:lnTo>
                  <a:lnTo>
                    <a:pt x="627126" y="43561"/>
                  </a:lnTo>
                  <a:lnTo>
                    <a:pt x="630072" y="43180"/>
                  </a:lnTo>
                  <a:lnTo>
                    <a:pt x="640080" y="43180"/>
                  </a:lnTo>
                  <a:lnTo>
                    <a:pt x="655701" y="55118"/>
                  </a:lnTo>
                  <a:lnTo>
                    <a:pt x="655701" y="61087"/>
                  </a:lnTo>
                  <a:lnTo>
                    <a:pt x="655701" y="72263"/>
                  </a:lnTo>
                  <a:lnTo>
                    <a:pt x="655701" y="95377"/>
                  </a:lnTo>
                  <a:lnTo>
                    <a:pt x="652399" y="98171"/>
                  </a:lnTo>
                  <a:lnTo>
                    <a:pt x="648843" y="100457"/>
                  </a:lnTo>
                  <a:lnTo>
                    <a:pt x="645160" y="102362"/>
                  </a:lnTo>
                  <a:lnTo>
                    <a:pt x="641350" y="104267"/>
                  </a:lnTo>
                  <a:lnTo>
                    <a:pt x="637159" y="105283"/>
                  </a:lnTo>
                  <a:lnTo>
                    <a:pt x="627126" y="105283"/>
                  </a:lnTo>
                  <a:lnTo>
                    <a:pt x="622935" y="104013"/>
                  </a:lnTo>
                  <a:lnTo>
                    <a:pt x="617347" y="99187"/>
                  </a:lnTo>
                  <a:lnTo>
                    <a:pt x="615950" y="95631"/>
                  </a:lnTo>
                  <a:lnTo>
                    <a:pt x="615950" y="86614"/>
                  </a:lnTo>
                  <a:lnTo>
                    <a:pt x="617220" y="83312"/>
                  </a:lnTo>
                  <a:lnTo>
                    <a:pt x="619760" y="80899"/>
                  </a:lnTo>
                  <a:lnTo>
                    <a:pt x="622300" y="78613"/>
                  </a:lnTo>
                  <a:lnTo>
                    <a:pt x="625360" y="76962"/>
                  </a:lnTo>
                  <a:lnTo>
                    <a:pt x="625170" y="76962"/>
                  </a:lnTo>
                  <a:lnTo>
                    <a:pt x="629412" y="75692"/>
                  </a:lnTo>
                  <a:lnTo>
                    <a:pt x="632714" y="74803"/>
                  </a:lnTo>
                  <a:lnTo>
                    <a:pt x="637032" y="74041"/>
                  </a:lnTo>
                  <a:lnTo>
                    <a:pt x="652145" y="72644"/>
                  </a:lnTo>
                  <a:lnTo>
                    <a:pt x="655701" y="72263"/>
                  </a:lnTo>
                  <a:lnTo>
                    <a:pt x="655701" y="61087"/>
                  </a:lnTo>
                  <a:lnTo>
                    <a:pt x="647954" y="61468"/>
                  </a:lnTo>
                  <a:lnTo>
                    <a:pt x="640715" y="62103"/>
                  </a:lnTo>
                  <a:lnTo>
                    <a:pt x="634111" y="62992"/>
                  </a:lnTo>
                  <a:lnTo>
                    <a:pt x="627380" y="63754"/>
                  </a:lnTo>
                  <a:lnTo>
                    <a:pt x="621665" y="65278"/>
                  </a:lnTo>
                  <a:lnTo>
                    <a:pt x="616712" y="67437"/>
                  </a:lnTo>
                  <a:lnTo>
                    <a:pt x="611251" y="69723"/>
                  </a:lnTo>
                  <a:lnTo>
                    <a:pt x="600837" y="85979"/>
                  </a:lnTo>
                  <a:lnTo>
                    <a:pt x="600875" y="95631"/>
                  </a:lnTo>
                  <a:lnTo>
                    <a:pt x="608584" y="110744"/>
                  </a:lnTo>
                  <a:lnTo>
                    <a:pt x="610997" y="113157"/>
                  </a:lnTo>
                  <a:lnTo>
                    <a:pt x="613791" y="114935"/>
                  </a:lnTo>
                  <a:lnTo>
                    <a:pt x="617093" y="116205"/>
                  </a:lnTo>
                  <a:lnTo>
                    <a:pt x="620268" y="117475"/>
                  </a:lnTo>
                  <a:lnTo>
                    <a:pt x="623697" y="118110"/>
                  </a:lnTo>
                  <a:lnTo>
                    <a:pt x="631698" y="118110"/>
                  </a:lnTo>
                  <a:lnTo>
                    <a:pt x="654431" y="107823"/>
                  </a:lnTo>
                  <a:lnTo>
                    <a:pt x="655701" y="106934"/>
                  </a:lnTo>
                  <a:lnTo>
                    <a:pt x="655701" y="115824"/>
                  </a:lnTo>
                  <a:lnTo>
                    <a:pt x="670306" y="115824"/>
                  </a:lnTo>
                  <a:lnTo>
                    <a:pt x="670306" y="106934"/>
                  </a:lnTo>
                  <a:lnTo>
                    <a:pt x="670306" y="105283"/>
                  </a:lnTo>
                  <a:lnTo>
                    <a:pt x="670306" y="72263"/>
                  </a:lnTo>
                  <a:lnTo>
                    <a:pt x="670306" y="53721"/>
                  </a:lnTo>
                  <a:close/>
                </a:path>
                <a:path w="840104" h="118110">
                  <a:moveTo>
                    <a:pt x="731901" y="32766"/>
                  </a:moveTo>
                  <a:lnTo>
                    <a:pt x="704850" y="32766"/>
                  </a:lnTo>
                  <a:lnTo>
                    <a:pt x="704850" y="8763"/>
                  </a:lnTo>
                  <a:lnTo>
                    <a:pt x="690118" y="8763"/>
                  </a:lnTo>
                  <a:lnTo>
                    <a:pt x="690118" y="32766"/>
                  </a:lnTo>
                  <a:lnTo>
                    <a:pt x="680212" y="32766"/>
                  </a:lnTo>
                  <a:lnTo>
                    <a:pt x="680212" y="44323"/>
                  </a:lnTo>
                  <a:lnTo>
                    <a:pt x="690118" y="44323"/>
                  </a:lnTo>
                  <a:lnTo>
                    <a:pt x="690194" y="99949"/>
                  </a:lnTo>
                  <a:lnTo>
                    <a:pt x="692404" y="106553"/>
                  </a:lnTo>
                  <a:lnTo>
                    <a:pt x="696849" y="110998"/>
                  </a:lnTo>
                  <a:lnTo>
                    <a:pt x="701294" y="115316"/>
                  </a:lnTo>
                  <a:lnTo>
                    <a:pt x="707517" y="117475"/>
                  </a:lnTo>
                  <a:lnTo>
                    <a:pt x="717931" y="117475"/>
                  </a:lnTo>
                  <a:lnTo>
                    <a:pt x="720598" y="117221"/>
                  </a:lnTo>
                  <a:lnTo>
                    <a:pt x="726313" y="116459"/>
                  </a:lnTo>
                  <a:lnTo>
                    <a:pt x="729107" y="115824"/>
                  </a:lnTo>
                  <a:lnTo>
                    <a:pt x="731901" y="115062"/>
                  </a:lnTo>
                  <a:lnTo>
                    <a:pt x="731901" y="105156"/>
                  </a:lnTo>
                  <a:lnTo>
                    <a:pt x="731901" y="102489"/>
                  </a:lnTo>
                  <a:lnTo>
                    <a:pt x="731012" y="102489"/>
                  </a:lnTo>
                  <a:lnTo>
                    <a:pt x="729996" y="102997"/>
                  </a:lnTo>
                  <a:lnTo>
                    <a:pt x="726186" y="104140"/>
                  </a:lnTo>
                  <a:lnTo>
                    <a:pt x="723900" y="104902"/>
                  </a:lnTo>
                  <a:lnTo>
                    <a:pt x="721614" y="105156"/>
                  </a:lnTo>
                  <a:lnTo>
                    <a:pt x="715772" y="105156"/>
                  </a:lnTo>
                  <a:lnTo>
                    <a:pt x="713981" y="104902"/>
                  </a:lnTo>
                  <a:lnTo>
                    <a:pt x="713371" y="104902"/>
                  </a:lnTo>
                  <a:lnTo>
                    <a:pt x="711200" y="103886"/>
                  </a:lnTo>
                  <a:lnTo>
                    <a:pt x="709168" y="102997"/>
                  </a:lnTo>
                  <a:lnTo>
                    <a:pt x="707771" y="101727"/>
                  </a:lnTo>
                  <a:lnTo>
                    <a:pt x="706882" y="99949"/>
                  </a:lnTo>
                  <a:lnTo>
                    <a:pt x="705866" y="98044"/>
                  </a:lnTo>
                  <a:lnTo>
                    <a:pt x="705231" y="95885"/>
                  </a:lnTo>
                  <a:lnTo>
                    <a:pt x="705104" y="93599"/>
                  </a:lnTo>
                  <a:lnTo>
                    <a:pt x="704850" y="91313"/>
                  </a:lnTo>
                  <a:lnTo>
                    <a:pt x="704850" y="44323"/>
                  </a:lnTo>
                  <a:lnTo>
                    <a:pt x="731901" y="44323"/>
                  </a:lnTo>
                  <a:lnTo>
                    <a:pt x="731901" y="32766"/>
                  </a:lnTo>
                  <a:close/>
                </a:path>
                <a:path w="840104" h="118110">
                  <a:moveTo>
                    <a:pt x="811911" y="65138"/>
                  </a:moveTo>
                  <a:lnTo>
                    <a:pt x="811860" y="61214"/>
                  </a:lnTo>
                  <a:lnTo>
                    <a:pt x="811110" y="56515"/>
                  </a:lnTo>
                  <a:lnTo>
                    <a:pt x="811022" y="55880"/>
                  </a:lnTo>
                  <a:lnTo>
                    <a:pt x="807720" y="46736"/>
                  </a:lnTo>
                  <a:lnTo>
                    <a:pt x="805307" y="42799"/>
                  </a:lnTo>
                  <a:lnTo>
                    <a:pt x="804443" y="41910"/>
                  </a:lnTo>
                  <a:lnTo>
                    <a:pt x="802259" y="39624"/>
                  </a:lnTo>
                  <a:lnTo>
                    <a:pt x="799084" y="36449"/>
                  </a:lnTo>
                  <a:lnTo>
                    <a:pt x="797560" y="35509"/>
                  </a:lnTo>
                  <a:lnTo>
                    <a:pt x="797560" y="61214"/>
                  </a:lnTo>
                  <a:lnTo>
                    <a:pt x="797560" y="65138"/>
                  </a:lnTo>
                  <a:lnTo>
                    <a:pt x="751446" y="65138"/>
                  </a:lnTo>
                  <a:lnTo>
                    <a:pt x="751713" y="61468"/>
                  </a:lnTo>
                  <a:lnTo>
                    <a:pt x="772160" y="41910"/>
                  </a:lnTo>
                  <a:lnTo>
                    <a:pt x="780034" y="41910"/>
                  </a:lnTo>
                  <a:lnTo>
                    <a:pt x="783336" y="42418"/>
                  </a:lnTo>
                  <a:lnTo>
                    <a:pt x="788670" y="44704"/>
                  </a:lnTo>
                  <a:lnTo>
                    <a:pt x="790930" y="46355"/>
                  </a:lnTo>
                  <a:lnTo>
                    <a:pt x="792607" y="48387"/>
                  </a:lnTo>
                  <a:lnTo>
                    <a:pt x="794131" y="50165"/>
                  </a:lnTo>
                  <a:lnTo>
                    <a:pt x="795401" y="52578"/>
                  </a:lnTo>
                  <a:lnTo>
                    <a:pt x="796163" y="55245"/>
                  </a:lnTo>
                  <a:lnTo>
                    <a:pt x="797052" y="58039"/>
                  </a:lnTo>
                  <a:lnTo>
                    <a:pt x="797560" y="61214"/>
                  </a:lnTo>
                  <a:lnTo>
                    <a:pt x="797560" y="35509"/>
                  </a:lnTo>
                  <a:lnTo>
                    <a:pt x="795401" y="34163"/>
                  </a:lnTo>
                  <a:lnTo>
                    <a:pt x="791337" y="32639"/>
                  </a:lnTo>
                  <a:lnTo>
                    <a:pt x="787146" y="31115"/>
                  </a:lnTo>
                  <a:lnTo>
                    <a:pt x="782320" y="30353"/>
                  </a:lnTo>
                  <a:lnTo>
                    <a:pt x="776859" y="30353"/>
                  </a:lnTo>
                  <a:lnTo>
                    <a:pt x="742784" y="48945"/>
                  </a:lnTo>
                  <a:lnTo>
                    <a:pt x="736473" y="74803"/>
                  </a:lnTo>
                  <a:lnTo>
                    <a:pt x="737196" y="84505"/>
                  </a:lnTo>
                  <a:lnTo>
                    <a:pt x="761936" y="114960"/>
                  </a:lnTo>
                  <a:lnTo>
                    <a:pt x="780415" y="117729"/>
                  </a:lnTo>
                  <a:lnTo>
                    <a:pt x="786130" y="117729"/>
                  </a:lnTo>
                  <a:lnTo>
                    <a:pt x="789178" y="117221"/>
                  </a:lnTo>
                  <a:lnTo>
                    <a:pt x="791591" y="116713"/>
                  </a:lnTo>
                  <a:lnTo>
                    <a:pt x="794131" y="116205"/>
                  </a:lnTo>
                  <a:lnTo>
                    <a:pt x="796925" y="115443"/>
                  </a:lnTo>
                  <a:lnTo>
                    <a:pt x="798893" y="114960"/>
                  </a:lnTo>
                  <a:lnTo>
                    <a:pt x="801370" y="114173"/>
                  </a:lnTo>
                  <a:lnTo>
                    <a:pt x="803910" y="113157"/>
                  </a:lnTo>
                  <a:lnTo>
                    <a:pt x="806450" y="112268"/>
                  </a:lnTo>
                  <a:lnTo>
                    <a:pt x="808405" y="111467"/>
                  </a:lnTo>
                  <a:lnTo>
                    <a:pt x="810260" y="110744"/>
                  </a:lnTo>
                  <a:lnTo>
                    <a:pt x="810260" y="105537"/>
                  </a:lnTo>
                  <a:lnTo>
                    <a:pt x="810260" y="95504"/>
                  </a:lnTo>
                  <a:lnTo>
                    <a:pt x="809371" y="95504"/>
                  </a:lnTo>
                  <a:lnTo>
                    <a:pt x="808228" y="96393"/>
                  </a:lnTo>
                  <a:lnTo>
                    <a:pt x="806704" y="97409"/>
                  </a:lnTo>
                  <a:lnTo>
                    <a:pt x="783463" y="105537"/>
                  </a:lnTo>
                  <a:lnTo>
                    <a:pt x="771271" y="105537"/>
                  </a:lnTo>
                  <a:lnTo>
                    <a:pt x="764159" y="102997"/>
                  </a:lnTo>
                  <a:lnTo>
                    <a:pt x="753999" y="92837"/>
                  </a:lnTo>
                  <a:lnTo>
                    <a:pt x="751459" y="85344"/>
                  </a:lnTo>
                  <a:lnTo>
                    <a:pt x="751459" y="75692"/>
                  </a:lnTo>
                  <a:lnTo>
                    <a:pt x="811911" y="75692"/>
                  </a:lnTo>
                  <a:lnTo>
                    <a:pt x="811911" y="65138"/>
                  </a:lnTo>
                  <a:close/>
                </a:path>
                <a:path w="840104" h="118110">
                  <a:moveTo>
                    <a:pt x="839851" y="0"/>
                  </a:moveTo>
                  <a:lnTo>
                    <a:pt x="825119" y="0"/>
                  </a:lnTo>
                  <a:lnTo>
                    <a:pt x="825119" y="115824"/>
                  </a:lnTo>
                  <a:lnTo>
                    <a:pt x="839851" y="115824"/>
                  </a:lnTo>
                  <a:lnTo>
                    <a:pt x="839851" y="0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62650" y="3791712"/>
              <a:ext cx="963422" cy="146431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7915275" y="2841625"/>
            <a:ext cx="2905125" cy="1285875"/>
            <a:chOff x="7915275" y="2841625"/>
            <a:chExt cx="2905125" cy="1285875"/>
          </a:xfrm>
        </p:grpSpPr>
        <p:sp>
          <p:nvSpPr>
            <p:cNvPr id="11" name="object 11" descr=""/>
            <p:cNvSpPr/>
            <p:nvPr/>
          </p:nvSpPr>
          <p:spPr>
            <a:xfrm>
              <a:off x="7915275" y="2841625"/>
              <a:ext cx="2905125" cy="1285875"/>
            </a:xfrm>
            <a:custGeom>
              <a:avLst/>
              <a:gdLst/>
              <a:ahLst/>
              <a:cxnLst/>
              <a:rect l="l" t="t" r="r" b="b"/>
              <a:pathLst>
                <a:path w="2905125" h="1285875">
                  <a:moveTo>
                    <a:pt x="2888233" y="0"/>
                  </a:moveTo>
                  <a:lnTo>
                    <a:pt x="16891" y="0"/>
                  </a:lnTo>
                  <a:lnTo>
                    <a:pt x="14350" y="508"/>
                  </a:lnTo>
                  <a:lnTo>
                    <a:pt x="0" y="16891"/>
                  </a:lnTo>
                  <a:lnTo>
                    <a:pt x="0" y="1268984"/>
                  </a:lnTo>
                  <a:lnTo>
                    <a:pt x="16891" y="1285875"/>
                  </a:lnTo>
                  <a:lnTo>
                    <a:pt x="2888233" y="1285875"/>
                  </a:lnTo>
                  <a:lnTo>
                    <a:pt x="2905125" y="1268984"/>
                  </a:lnTo>
                  <a:lnTo>
                    <a:pt x="2905125" y="16891"/>
                  </a:lnTo>
                  <a:lnTo>
                    <a:pt x="2890774" y="508"/>
                  </a:lnTo>
                  <a:lnTo>
                    <a:pt x="2888233" y="0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84438" y="3354324"/>
              <a:ext cx="1176146" cy="11811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71865" y="3571621"/>
              <a:ext cx="1330198" cy="118744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4879975" y="2225166"/>
            <a:ext cx="5628640" cy="10236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100"/>
              </a:spcBef>
            </a:pPr>
            <a:r>
              <a:rPr dirty="0" sz="1200" spc="50">
                <a:solidFill>
                  <a:srgbClr val="373737"/>
                </a:solidFill>
                <a:latin typeface="Tahoma"/>
                <a:cs typeface="Tahoma"/>
              </a:rPr>
              <a:t>An</a:t>
            </a:r>
            <a:r>
              <a:rPr dirty="0" sz="1200" spc="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373737"/>
                </a:solidFill>
                <a:latin typeface="Tahoma"/>
                <a:cs typeface="Tahoma"/>
              </a:rPr>
              <a:t>intelligent</a:t>
            </a:r>
            <a:r>
              <a:rPr dirty="0" sz="1200" spc="10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373737"/>
                </a:solidFill>
                <a:latin typeface="Tahoma"/>
                <a:cs typeface="Tahoma"/>
              </a:rPr>
              <a:t>healthcare</a:t>
            </a:r>
            <a:r>
              <a:rPr dirty="0" sz="1200" spc="13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373737"/>
                </a:solidFill>
                <a:latin typeface="Tahoma"/>
                <a:cs typeface="Tahoma"/>
              </a:rPr>
              <a:t>risk</a:t>
            </a:r>
            <a:r>
              <a:rPr dirty="0" sz="1200" spc="1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373737"/>
                </a:solidFill>
                <a:latin typeface="Tahoma"/>
                <a:cs typeface="Tahoma"/>
              </a:rPr>
              <a:t>prediction</a:t>
            </a:r>
            <a:r>
              <a:rPr dirty="0" sz="1200" spc="1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373737"/>
                </a:solidFill>
                <a:latin typeface="Tahoma"/>
                <a:cs typeface="Tahoma"/>
              </a:rPr>
              <a:t>system</a:t>
            </a:r>
            <a:r>
              <a:rPr dirty="0" sz="1200" spc="1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373737"/>
                </a:solidFill>
                <a:latin typeface="Tahoma"/>
                <a:cs typeface="Tahoma"/>
              </a:rPr>
              <a:t>leveraging</a:t>
            </a:r>
            <a:r>
              <a:rPr dirty="0" sz="1200" spc="10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 spc="45">
                <a:solidFill>
                  <a:srgbClr val="373737"/>
                </a:solidFill>
                <a:latin typeface="Tahoma"/>
                <a:cs typeface="Tahoma"/>
              </a:rPr>
              <a:t>machine</a:t>
            </a:r>
            <a:r>
              <a:rPr dirty="0" sz="1200" spc="1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373737"/>
                </a:solidFill>
                <a:latin typeface="Tahoma"/>
                <a:cs typeface="Tahoma"/>
              </a:rPr>
              <a:t>learning</a:t>
            </a:r>
            <a:r>
              <a:rPr dirty="0" sz="1200" spc="10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373737"/>
                </a:solidFill>
                <a:latin typeface="Tahoma"/>
                <a:cs typeface="Tahoma"/>
              </a:rPr>
              <a:t>to </a:t>
            </a:r>
            <a:r>
              <a:rPr dirty="0" sz="1200" spc="45">
                <a:solidFill>
                  <a:srgbClr val="373737"/>
                </a:solidFill>
                <a:latin typeface="Tahoma"/>
                <a:cs typeface="Tahoma"/>
              </a:rPr>
              <a:t>analyse</a:t>
            </a:r>
            <a:r>
              <a:rPr dirty="0" sz="1200" spc="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73737"/>
                </a:solidFill>
                <a:latin typeface="Tahoma"/>
                <a:cs typeface="Tahoma"/>
              </a:rPr>
              <a:t>vital</a:t>
            </a:r>
            <a:r>
              <a:rPr dirty="0" sz="1200" spc="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73737"/>
                </a:solidFill>
                <a:latin typeface="Tahoma"/>
                <a:cs typeface="Tahoma"/>
              </a:rPr>
              <a:t>signs</a:t>
            </a:r>
            <a:r>
              <a:rPr dirty="0" sz="1200" spc="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 spc="6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200" spc="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 spc="45">
                <a:solidFill>
                  <a:srgbClr val="373737"/>
                </a:solidFill>
                <a:latin typeface="Tahoma"/>
                <a:cs typeface="Tahoma"/>
              </a:rPr>
              <a:t>provide</a:t>
            </a:r>
            <a:r>
              <a:rPr dirty="0" sz="1200" spc="10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73737"/>
                </a:solidFill>
                <a:latin typeface="Tahoma"/>
                <a:cs typeface="Tahoma"/>
              </a:rPr>
              <a:t>timely</a:t>
            </a:r>
            <a:r>
              <a:rPr dirty="0" sz="1200" spc="8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73737"/>
                </a:solidFill>
                <a:latin typeface="Tahoma"/>
                <a:cs typeface="Tahoma"/>
              </a:rPr>
              <a:t>alerts</a:t>
            </a:r>
            <a:r>
              <a:rPr dirty="0" sz="1200" spc="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73737"/>
                </a:solidFill>
                <a:latin typeface="Tahoma"/>
                <a:cs typeface="Tahoma"/>
              </a:rPr>
              <a:t>for</a:t>
            </a:r>
            <a:r>
              <a:rPr dirty="0" sz="1200" spc="8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 spc="45">
                <a:solidFill>
                  <a:srgbClr val="373737"/>
                </a:solidFill>
                <a:latin typeface="Tahoma"/>
                <a:cs typeface="Tahoma"/>
              </a:rPr>
              <a:t>proactive</a:t>
            </a:r>
            <a:r>
              <a:rPr dirty="0" sz="1200" spc="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73737"/>
                </a:solidFill>
                <a:latin typeface="Tahoma"/>
                <a:cs typeface="Tahoma"/>
              </a:rPr>
              <a:t>health</a:t>
            </a:r>
            <a:r>
              <a:rPr dirty="0" sz="1200" spc="8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373737"/>
                </a:solidFill>
                <a:latin typeface="Tahoma"/>
                <a:cs typeface="Tahoma"/>
              </a:rPr>
              <a:t>management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200">
              <a:latin typeface="Tahoma"/>
              <a:cs typeface="Tahoma"/>
            </a:endParaRPr>
          </a:p>
          <a:p>
            <a:pPr marL="167640">
              <a:lnSpc>
                <a:spcPct val="100000"/>
              </a:lnSpc>
              <a:tabLst>
                <a:tab pos="3193415" algn="l"/>
              </a:tabLst>
            </a:pPr>
            <a:r>
              <a:rPr dirty="0" sz="1600" spc="-20">
                <a:solidFill>
                  <a:srgbClr val="373737"/>
                </a:solidFill>
                <a:latin typeface="Georgia"/>
                <a:cs typeface="Georgia"/>
              </a:rPr>
              <a:t>Prepared</a:t>
            </a:r>
            <a:r>
              <a:rPr dirty="0" sz="1600" spc="-25">
                <a:solidFill>
                  <a:srgbClr val="373737"/>
                </a:solidFill>
                <a:latin typeface="Georgia"/>
                <a:cs typeface="Georgia"/>
              </a:rPr>
              <a:t> by</a:t>
            </a:r>
            <a:r>
              <a:rPr dirty="0" sz="1600">
                <a:solidFill>
                  <a:srgbClr val="373737"/>
                </a:solidFill>
                <a:latin typeface="Georgia"/>
                <a:cs typeface="Georgia"/>
              </a:rPr>
              <a:t>	Internal</a:t>
            </a:r>
            <a:r>
              <a:rPr dirty="0" sz="1600" spc="-8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600" spc="-10">
                <a:solidFill>
                  <a:srgbClr val="373737"/>
                </a:solidFill>
                <a:latin typeface="Georgia"/>
                <a:cs typeface="Georgia"/>
              </a:rPr>
              <a:t>Guide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4895850" y="4241800"/>
            <a:ext cx="5924550" cy="1066800"/>
          </a:xfrm>
          <a:custGeom>
            <a:avLst/>
            <a:gdLst/>
            <a:ahLst/>
            <a:cxnLst/>
            <a:rect l="l" t="t" r="r" b="b"/>
            <a:pathLst>
              <a:path w="5924550" h="1066800">
                <a:moveTo>
                  <a:pt x="5907658" y="0"/>
                </a:moveTo>
                <a:lnTo>
                  <a:pt x="16890" y="0"/>
                </a:lnTo>
                <a:lnTo>
                  <a:pt x="14350" y="508"/>
                </a:lnTo>
                <a:lnTo>
                  <a:pt x="0" y="16891"/>
                </a:lnTo>
                <a:lnTo>
                  <a:pt x="0" y="1049909"/>
                </a:lnTo>
                <a:lnTo>
                  <a:pt x="16890" y="1066800"/>
                </a:lnTo>
                <a:lnTo>
                  <a:pt x="5907658" y="1066800"/>
                </a:lnTo>
                <a:lnTo>
                  <a:pt x="5924550" y="1049909"/>
                </a:lnTo>
                <a:lnTo>
                  <a:pt x="5924550" y="16891"/>
                </a:lnTo>
                <a:lnTo>
                  <a:pt x="5910199" y="508"/>
                </a:lnTo>
                <a:lnTo>
                  <a:pt x="5907658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5035422" y="4378528"/>
            <a:ext cx="11055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373737"/>
                </a:solidFill>
                <a:latin typeface="Georgia"/>
                <a:cs typeface="Georgia"/>
              </a:rPr>
              <a:t>Department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052948" y="4754880"/>
            <a:ext cx="2502535" cy="336550"/>
            <a:chOff x="5052948" y="4754880"/>
            <a:chExt cx="2502535" cy="336550"/>
          </a:xfrm>
        </p:grpSpPr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52948" y="4754880"/>
              <a:ext cx="1600073" cy="146431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17919" y="4759198"/>
              <a:ext cx="837310" cy="143002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53837" y="4975860"/>
              <a:ext cx="820292" cy="115062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4879975" y="1045438"/>
            <a:ext cx="5671820" cy="10534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95"/>
              </a:spcBef>
            </a:pPr>
            <a:r>
              <a:rPr dirty="0" sz="3200" spc="130" b="1">
                <a:latin typeface="Times New Roman"/>
                <a:cs typeface="Times New Roman"/>
              </a:rPr>
              <a:t>Vita</a:t>
            </a:r>
            <a:r>
              <a:rPr dirty="0" sz="3200" spc="35" b="1">
                <a:latin typeface="Times New Roman"/>
                <a:cs typeface="Times New Roman"/>
              </a:rPr>
              <a:t> </a:t>
            </a:r>
            <a:r>
              <a:rPr dirty="0" sz="3200" spc="155" b="1">
                <a:latin typeface="Times New Roman"/>
                <a:cs typeface="Times New Roman"/>
              </a:rPr>
              <a:t>Watch:</a:t>
            </a:r>
            <a:r>
              <a:rPr dirty="0" sz="3200" spc="45" b="1">
                <a:latin typeface="Times New Roman"/>
                <a:cs typeface="Times New Roman"/>
              </a:rPr>
              <a:t> </a:t>
            </a:r>
            <a:r>
              <a:rPr dirty="0" sz="3200" spc="135" b="1">
                <a:latin typeface="Times New Roman"/>
                <a:cs typeface="Times New Roman"/>
              </a:rPr>
              <a:t>Healthcare</a:t>
            </a:r>
            <a:r>
              <a:rPr dirty="0" sz="3200" spc="15" b="1">
                <a:latin typeface="Times New Roman"/>
                <a:cs typeface="Times New Roman"/>
              </a:rPr>
              <a:t> </a:t>
            </a:r>
            <a:r>
              <a:rPr dirty="0" sz="3200" spc="114" b="1">
                <a:latin typeface="Times New Roman"/>
                <a:cs typeface="Times New Roman"/>
              </a:rPr>
              <a:t>Alert </a:t>
            </a:r>
            <a:r>
              <a:rPr dirty="0" sz="3200" spc="130" b="1">
                <a:latin typeface="Times New Roman"/>
                <a:cs typeface="Times New Roman"/>
              </a:rPr>
              <a:t>System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879975" y="5424627"/>
            <a:ext cx="446532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b="1" i="1">
                <a:solidFill>
                  <a:srgbClr val="373737"/>
                </a:solidFill>
                <a:latin typeface="Trebuchet MS"/>
                <a:cs typeface="Trebuchet MS"/>
              </a:rPr>
              <a:t>Krishna</a:t>
            </a:r>
            <a:r>
              <a:rPr dirty="0" sz="1250" spc="-45" b="1" i="1">
                <a:solidFill>
                  <a:srgbClr val="373737"/>
                </a:solidFill>
                <a:latin typeface="Trebuchet MS"/>
                <a:cs typeface="Trebuchet MS"/>
              </a:rPr>
              <a:t> </a:t>
            </a:r>
            <a:r>
              <a:rPr dirty="0" sz="1250" b="1" i="1">
                <a:solidFill>
                  <a:srgbClr val="373737"/>
                </a:solidFill>
                <a:latin typeface="Trebuchet MS"/>
                <a:cs typeface="Trebuchet MS"/>
              </a:rPr>
              <a:t>School</a:t>
            </a:r>
            <a:r>
              <a:rPr dirty="0" sz="1250" spc="-40" b="1" i="1">
                <a:solidFill>
                  <a:srgbClr val="373737"/>
                </a:solidFill>
                <a:latin typeface="Trebuchet MS"/>
                <a:cs typeface="Trebuchet MS"/>
              </a:rPr>
              <a:t> </a:t>
            </a:r>
            <a:r>
              <a:rPr dirty="0" sz="1250" b="1" i="1">
                <a:solidFill>
                  <a:srgbClr val="373737"/>
                </a:solidFill>
                <a:latin typeface="Trebuchet MS"/>
                <a:cs typeface="Trebuchet MS"/>
              </a:rPr>
              <a:t>of</a:t>
            </a:r>
            <a:r>
              <a:rPr dirty="0" sz="1250" spc="-45" b="1" i="1">
                <a:solidFill>
                  <a:srgbClr val="373737"/>
                </a:solidFill>
                <a:latin typeface="Trebuchet MS"/>
                <a:cs typeface="Trebuchet MS"/>
              </a:rPr>
              <a:t> </a:t>
            </a:r>
            <a:r>
              <a:rPr dirty="0" sz="1250" b="1" i="1">
                <a:solidFill>
                  <a:srgbClr val="373737"/>
                </a:solidFill>
                <a:latin typeface="Trebuchet MS"/>
                <a:cs typeface="Trebuchet MS"/>
              </a:rPr>
              <a:t>Emerging</a:t>
            </a:r>
            <a:r>
              <a:rPr dirty="0" sz="1250" spc="-40" b="1" i="1">
                <a:solidFill>
                  <a:srgbClr val="373737"/>
                </a:solidFill>
                <a:latin typeface="Trebuchet MS"/>
                <a:cs typeface="Trebuchet MS"/>
              </a:rPr>
              <a:t> </a:t>
            </a:r>
            <a:r>
              <a:rPr dirty="0" sz="1250" b="1" i="1">
                <a:solidFill>
                  <a:srgbClr val="373737"/>
                </a:solidFill>
                <a:latin typeface="Trebuchet MS"/>
                <a:cs typeface="Trebuchet MS"/>
              </a:rPr>
              <a:t>Technology</a:t>
            </a:r>
            <a:r>
              <a:rPr dirty="0" sz="1250" spc="-30" b="1" i="1">
                <a:solidFill>
                  <a:srgbClr val="373737"/>
                </a:solidFill>
                <a:latin typeface="Trebuchet MS"/>
                <a:cs typeface="Trebuchet MS"/>
              </a:rPr>
              <a:t> </a:t>
            </a:r>
            <a:r>
              <a:rPr dirty="0" sz="1250" b="1" i="1">
                <a:solidFill>
                  <a:srgbClr val="373737"/>
                </a:solidFill>
                <a:latin typeface="Trebuchet MS"/>
                <a:cs typeface="Trebuchet MS"/>
              </a:rPr>
              <a:t>&amp;</a:t>
            </a:r>
            <a:r>
              <a:rPr dirty="0" sz="1250" spc="-55" b="1" i="1">
                <a:solidFill>
                  <a:srgbClr val="373737"/>
                </a:solidFill>
                <a:latin typeface="Trebuchet MS"/>
                <a:cs typeface="Trebuchet MS"/>
              </a:rPr>
              <a:t> </a:t>
            </a:r>
            <a:r>
              <a:rPr dirty="0" sz="1250" b="1" i="1">
                <a:solidFill>
                  <a:srgbClr val="373737"/>
                </a:solidFill>
                <a:latin typeface="Trebuchet MS"/>
                <a:cs typeface="Trebuchet MS"/>
              </a:rPr>
              <a:t>Applied</a:t>
            </a:r>
            <a:r>
              <a:rPr dirty="0" sz="1250" spc="-45" b="1" i="1">
                <a:solidFill>
                  <a:srgbClr val="373737"/>
                </a:solidFill>
                <a:latin typeface="Trebuchet MS"/>
                <a:cs typeface="Trebuchet MS"/>
              </a:rPr>
              <a:t> </a:t>
            </a:r>
            <a:r>
              <a:rPr dirty="0" sz="1250" spc="-10" b="1" i="1">
                <a:solidFill>
                  <a:srgbClr val="373737"/>
                </a:solidFill>
                <a:latin typeface="Trebuchet MS"/>
                <a:cs typeface="Trebuchet MS"/>
              </a:rPr>
              <a:t>Research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909439" y="764794"/>
            <a:ext cx="1552575" cy="276225"/>
          </a:xfrm>
          <a:prstGeom prst="rect">
            <a:avLst/>
          </a:prstGeom>
          <a:ln w="15557">
            <a:solidFill>
              <a:srgbClr val="DF4F00"/>
            </a:solidFill>
          </a:ln>
        </p:spPr>
        <p:txBody>
          <a:bodyPr wrap="square" lIns="0" tIns="5651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445"/>
              </a:spcBef>
            </a:pPr>
            <a:r>
              <a:rPr dirty="0" sz="950">
                <a:solidFill>
                  <a:srgbClr val="DF4F00"/>
                </a:solidFill>
                <a:latin typeface="Tahoma"/>
                <a:cs typeface="Tahoma"/>
              </a:rPr>
              <a:t>ENGINEERING</a:t>
            </a:r>
            <a:r>
              <a:rPr dirty="0" sz="950" spc="-40">
                <a:solidFill>
                  <a:srgbClr val="DF4F00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DF4F00"/>
                </a:solidFill>
                <a:latin typeface="Tahoma"/>
                <a:cs typeface="Tahoma"/>
              </a:rPr>
              <a:t>PROJECT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539801" y="760031"/>
            <a:ext cx="1714500" cy="285750"/>
          </a:xfrm>
          <a:prstGeom prst="rect">
            <a:avLst/>
          </a:prstGeom>
        </p:spPr>
      </p:pic>
      <p:grpSp>
        <p:nvGrpSpPr>
          <p:cNvPr id="25" name="object 25" descr=""/>
          <p:cNvGrpSpPr/>
          <p:nvPr/>
        </p:nvGrpSpPr>
        <p:grpSpPr>
          <a:xfrm>
            <a:off x="0" y="9521"/>
            <a:ext cx="4286250" cy="6429375"/>
            <a:chOff x="0" y="9521"/>
            <a:chExt cx="4286250" cy="6429375"/>
          </a:xfrm>
        </p:grpSpPr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9521"/>
              <a:ext cx="4286249" cy="6429375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5824" y="2000250"/>
              <a:ext cx="2524125" cy="2438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249426"/>
            <a:ext cx="6716395" cy="4679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/>
              <a:t>Healthcare Monitoring</a:t>
            </a:r>
            <a:r>
              <a:rPr dirty="0" sz="2900" spc="30"/>
              <a:t> </a:t>
            </a:r>
            <a:r>
              <a:rPr dirty="0" sz="2900"/>
              <a:t>&amp;</a:t>
            </a:r>
            <a:r>
              <a:rPr dirty="0" sz="2900" spc="25"/>
              <a:t> </a:t>
            </a:r>
            <a:r>
              <a:rPr dirty="0" sz="2900"/>
              <a:t>Risk</a:t>
            </a:r>
            <a:r>
              <a:rPr dirty="0" sz="2900" spc="25"/>
              <a:t> </a:t>
            </a:r>
            <a:r>
              <a:rPr dirty="0" sz="2900" spc="-10"/>
              <a:t>Prediction</a:t>
            </a:r>
            <a:endParaRPr sz="2900"/>
          </a:p>
        </p:txBody>
      </p:sp>
      <p:sp>
        <p:nvSpPr>
          <p:cNvPr id="3" name="object 3" descr=""/>
          <p:cNvSpPr txBox="1"/>
          <p:nvPr/>
        </p:nvSpPr>
        <p:spPr>
          <a:xfrm>
            <a:off x="7486650" y="2081911"/>
            <a:ext cx="3287395" cy="310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latin typeface="Georgia"/>
                <a:cs typeface="Georgia"/>
              </a:rPr>
              <a:t>The</a:t>
            </a:r>
            <a:r>
              <a:rPr dirty="0" sz="1750" spc="10">
                <a:latin typeface="Georgia"/>
                <a:cs typeface="Georgia"/>
              </a:rPr>
              <a:t> </a:t>
            </a:r>
            <a:r>
              <a:rPr dirty="0" sz="1750" spc="-10">
                <a:latin typeface="Georgia"/>
                <a:cs typeface="Georgia"/>
              </a:rPr>
              <a:t>Challenge</a:t>
            </a:r>
            <a:endParaRPr sz="1750">
              <a:latin typeface="Georgia"/>
              <a:cs typeface="Georgia"/>
            </a:endParaRPr>
          </a:p>
          <a:p>
            <a:pPr marL="12700" marR="37465">
              <a:lnSpc>
                <a:spcPct val="111200"/>
              </a:lnSpc>
              <a:spcBef>
                <a:spcPts val="660"/>
              </a:spcBef>
            </a:pPr>
            <a:r>
              <a:rPr dirty="0" sz="1100" spc="45">
                <a:solidFill>
                  <a:srgbClr val="373737"/>
                </a:solidFill>
                <a:latin typeface="Tahoma"/>
                <a:cs typeface="Tahoma"/>
              </a:rPr>
              <a:t>Healthcare</a:t>
            </a:r>
            <a:r>
              <a:rPr dirty="0" sz="110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373737"/>
                </a:solidFill>
                <a:latin typeface="Tahoma"/>
                <a:cs typeface="Tahoma"/>
              </a:rPr>
              <a:t>monitoring</a:t>
            </a:r>
            <a:r>
              <a:rPr dirty="0" sz="1100" spc="1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373737"/>
                </a:solidFill>
                <a:latin typeface="Tahoma"/>
                <a:cs typeface="Tahoma"/>
              </a:rPr>
              <a:t>addresses</a:t>
            </a:r>
            <a:r>
              <a:rPr dirty="0" sz="110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73737"/>
                </a:solidFill>
                <a:latin typeface="Tahoma"/>
                <a:cs typeface="Tahoma"/>
              </a:rPr>
              <a:t>conditions </a:t>
            </a:r>
            <a:r>
              <a:rPr dirty="0" sz="1100" spc="45">
                <a:solidFill>
                  <a:srgbClr val="373737"/>
                </a:solidFill>
                <a:latin typeface="Tahoma"/>
                <a:cs typeface="Tahoma"/>
              </a:rPr>
              <a:t>influenced</a:t>
            </a:r>
            <a:r>
              <a:rPr dirty="0" sz="1100" spc="1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373737"/>
                </a:solidFill>
                <a:latin typeface="Tahoma"/>
                <a:cs typeface="Tahoma"/>
              </a:rPr>
              <a:t>by</a:t>
            </a:r>
            <a:r>
              <a:rPr dirty="0" sz="1100" spc="1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373737"/>
                </a:solidFill>
                <a:latin typeface="Tahoma"/>
                <a:cs typeface="Tahoma"/>
              </a:rPr>
              <a:t>multiple</a:t>
            </a:r>
            <a:r>
              <a:rPr dirty="0" sz="1100" spc="10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373737"/>
                </a:solidFill>
                <a:latin typeface="Tahoma"/>
                <a:cs typeface="Tahoma"/>
              </a:rPr>
              <a:t>factors</a:t>
            </a:r>
            <a:r>
              <a:rPr dirty="0" sz="1100" spc="1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373737"/>
                </a:solidFill>
                <a:latin typeface="Tahoma"/>
                <a:cs typeface="Tahoma"/>
              </a:rPr>
              <a:t>including</a:t>
            </a:r>
            <a:r>
              <a:rPr dirty="0" sz="1100" spc="1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30">
                <a:solidFill>
                  <a:srgbClr val="373737"/>
                </a:solidFill>
                <a:latin typeface="Tahoma"/>
                <a:cs typeface="Tahoma"/>
              </a:rPr>
              <a:t>age,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lifestyle,</a:t>
            </a:r>
            <a:r>
              <a:rPr dirty="0" sz="1100" spc="-1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genetics,</a:t>
            </a:r>
            <a:r>
              <a:rPr dirty="0" sz="1100" spc="-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100" spc="-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underlying</a:t>
            </a:r>
            <a:r>
              <a:rPr dirty="0" sz="1100" spc="-1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health</a:t>
            </a:r>
            <a:r>
              <a:rPr dirty="0" sz="1100" spc="-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issues</a:t>
            </a:r>
            <a:r>
              <a:rPr dirty="0" sz="1100" spc="-1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373737"/>
                </a:solidFill>
                <a:latin typeface="Tahoma"/>
                <a:cs typeface="Tahoma"/>
              </a:rPr>
              <a:t>such </a:t>
            </a:r>
            <a:r>
              <a:rPr dirty="0" sz="1100" spc="50">
                <a:solidFill>
                  <a:srgbClr val="373737"/>
                </a:solidFill>
                <a:latin typeface="Tahoma"/>
                <a:cs typeface="Tahoma"/>
              </a:rPr>
              <a:t>as</a:t>
            </a:r>
            <a:r>
              <a:rPr dirty="0" sz="1100" spc="1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373737"/>
                </a:solidFill>
                <a:latin typeface="Tahoma"/>
                <a:cs typeface="Tahoma"/>
              </a:rPr>
              <a:t>hypertension</a:t>
            </a:r>
            <a:r>
              <a:rPr dirty="0" sz="1100" spc="1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100" spc="1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373737"/>
                </a:solidFill>
                <a:latin typeface="Tahoma"/>
                <a:cs typeface="Tahoma"/>
              </a:rPr>
              <a:t>respiratory</a:t>
            </a:r>
            <a:r>
              <a:rPr dirty="0" sz="1100" spc="1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35">
                <a:solidFill>
                  <a:srgbClr val="373737"/>
                </a:solidFill>
                <a:latin typeface="Tahoma"/>
                <a:cs typeface="Tahoma"/>
              </a:rPr>
              <a:t>anomalies.</a:t>
            </a:r>
            <a:endParaRPr sz="1100">
              <a:latin typeface="Tahoma"/>
              <a:cs typeface="Tahoma"/>
            </a:endParaRPr>
          </a:p>
          <a:p>
            <a:pPr marL="12700" marR="114300">
              <a:lnSpc>
                <a:spcPct val="113199"/>
              </a:lnSpc>
              <a:spcBef>
                <a:spcPts val="20"/>
              </a:spcBef>
            </a:pP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Traditional</a:t>
            </a:r>
            <a:r>
              <a:rPr dirty="0" sz="1100" spc="-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approaches</a:t>
            </a:r>
            <a:r>
              <a:rPr dirty="0" sz="1100" spc="-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often</a:t>
            </a:r>
            <a:r>
              <a:rPr dirty="0" sz="1100" spc="-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lack</a:t>
            </a:r>
            <a:r>
              <a:rPr dirty="0" sz="1100" spc="-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73737"/>
                </a:solidFill>
                <a:latin typeface="Tahoma"/>
                <a:cs typeface="Tahoma"/>
              </a:rPr>
              <a:t>real-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time</a:t>
            </a:r>
            <a:r>
              <a:rPr dirty="0" sz="1100" spc="-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73737"/>
                </a:solidFill>
                <a:latin typeface="Tahoma"/>
                <a:cs typeface="Tahoma"/>
              </a:rPr>
              <a:t>insights </a:t>
            </a:r>
            <a:r>
              <a:rPr dirty="0" sz="1100" spc="55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100" spc="10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373737"/>
                </a:solidFill>
                <a:latin typeface="Tahoma"/>
                <a:cs typeface="Tahoma"/>
              </a:rPr>
              <a:t>accessibility,</a:t>
            </a:r>
            <a:r>
              <a:rPr dirty="0" sz="1100" spc="10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373737"/>
                </a:solidFill>
                <a:latin typeface="Tahoma"/>
                <a:cs typeface="Tahoma"/>
              </a:rPr>
              <a:t>making</a:t>
            </a:r>
            <a:r>
              <a:rPr dirty="0" sz="1100" spc="10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373737"/>
                </a:solidFill>
                <a:latin typeface="Tahoma"/>
                <a:cs typeface="Tahoma"/>
              </a:rPr>
              <a:t>early</a:t>
            </a:r>
            <a:r>
              <a:rPr dirty="0" sz="1100" spc="10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73737"/>
                </a:solidFill>
                <a:latin typeface="Tahoma"/>
                <a:cs typeface="Tahoma"/>
              </a:rPr>
              <a:t>identification difficult.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750" spc="-20">
                <a:latin typeface="Georgia"/>
                <a:cs typeface="Georgia"/>
              </a:rPr>
              <a:t>Our</a:t>
            </a:r>
            <a:r>
              <a:rPr dirty="0" sz="1750" spc="-90">
                <a:latin typeface="Georgia"/>
                <a:cs typeface="Georgia"/>
              </a:rPr>
              <a:t> </a:t>
            </a:r>
            <a:r>
              <a:rPr dirty="0" sz="1750" spc="-10">
                <a:latin typeface="Georgia"/>
                <a:cs typeface="Georgia"/>
              </a:rPr>
              <a:t>Approach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12599"/>
              </a:lnSpc>
              <a:spcBef>
                <a:spcPts val="715"/>
              </a:spcBef>
            </a:pP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This</a:t>
            </a:r>
            <a:r>
              <a:rPr dirty="0" sz="1100" spc="114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research</a:t>
            </a:r>
            <a:r>
              <a:rPr dirty="0" sz="1100" spc="9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leverages</a:t>
            </a:r>
            <a:r>
              <a:rPr dirty="0" sz="1100" spc="1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machine</a:t>
            </a:r>
            <a:r>
              <a:rPr dirty="0" sz="1100" spc="10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learning</a:t>
            </a:r>
            <a:r>
              <a:rPr dirty="0" sz="1100" spc="1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100" spc="1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373737"/>
                </a:solidFill>
                <a:latin typeface="Tahoma"/>
                <a:cs typeface="Tahoma"/>
              </a:rPr>
              <a:t>data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analytics</a:t>
            </a:r>
            <a:r>
              <a:rPr dirty="0" sz="1100" spc="1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dirty="0" sz="1100" spc="1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develop</a:t>
            </a:r>
            <a:r>
              <a:rPr dirty="0" sz="1100" spc="13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a</a:t>
            </a:r>
            <a:r>
              <a:rPr dirty="0" sz="1100" spc="1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Healthcare</a:t>
            </a:r>
            <a:r>
              <a:rPr dirty="0" sz="1100" spc="1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Risk</a:t>
            </a:r>
            <a:r>
              <a:rPr dirty="0" sz="1100" spc="1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73737"/>
                </a:solidFill>
                <a:latin typeface="Tahoma"/>
                <a:cs typeface="Tahoma"/>
              </a:rPr>
              <a:t>Prediction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System</a:t>
            </a:r>
            <a:r>
              <a:rPr dirty="0" sz="1100" spc="10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that</a:t>
            </a:r>
            <a:r>
              <a:rPr dirty="0" sz="1100" spc="114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evaluates</a:t>
            </a:r>
            <a:r>
              <a:rPr dirty="0" sz="1100" spc="10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the</a:t>
            </a:r>
            <a:r>
              <a:rPr dirty="0" sz="1100" spc="10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likelihood</a:t>
            </a:r>
            <a:r>
              <a:rPr dirty="0" sz="1100" spc="10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of</a:t>
            </a:r>
            <a:r>
              <a:rPr dirty="0" sz="1100" spc="10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health</a:t>
            </a:r>
            <a:r>
              <a:rPr dirty="0" sz="1100" spc="1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73737"/>
                </a:solidFill>
                <a:latin typeface="Tahoma"/>
                <a:cs typeface="Tahoma"/>
              </a:rPr>
              <a:t>risks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based</a:t>
            </a:r>
            <a:r>
              <a:rPr dirty="0" sz="1100" spc="1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on</a:t>
            </a:r>
            <a:r>
              <a:rPr dirty="0" sz="1100" spc="10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vital</a:t>
            </a:r>
            <a:r>
              <a:rPr dirty="0" sz="1100" spc="1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sign</a:t>
            </a:r>
            <a:r>
              <a:rPr dirty="0" sz="1100" spc="10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data</a:t>
            </a:r>
            <a:r>
              <a:rPr dirty="0" sz="1100" spc="1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including</a:t>
            </a:r>
            <a:r>
              <a:rPr dirty="0" sz="1100" spc="1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73737"/>
                </a:solidFill>
                <a:latin typeface="Tahoma"/>
                <a:cs typeface="Tahoma"/>
              </a:rPr>
              <a:t>temperature,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heart</a:t>
            </a:r>
            <a:r>
              <a:rPr dirty="0" sz="1100" spc="1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rate,</a:t>
            </a:r>
            <a:r>
              <a:rPr dirty="0" sz="1100" spc="1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100" spc="1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oxygen</a:t>
            </a:r>
            <a:r>
              <a:rPr dirty="0" sz="1100" spc="114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73737"/>
                </a:solidFill>
                <a:latin typeface="Tahoma"/>
                <a:cs typeface="Tahoma"/>
              </a:rPr>
              <a:t>saturation.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52450" y="1017397"/>
            <a:ext cx="1362075" cy="228600"/>
            <a:chOff x="552450" y="1017397"/>
            <a:chExt cx="1362075" cy="228600"/>
          </a:xfrm>
        </p:grpSpPr>
        <p:sp>
          <p:nvSpPr>
            <p:cNvPr id="5" name="object 5" descr=""/>
            <p:cNvSpPr/>
            <p:nvPr/>
          </p:nvSpPr>
          <p:spPr>
            <a:xfrm>
              <a:off x="552450" y="1017397"/>
              <a:ext cx="1362075" cy="228600"/>
            </a:xfrm>
            <a:custGeom>
              <a:avLst/>
              <a:gdLst/>
              <a:ahLst/>
              <a:cxnLst/>
              <a:rect l="l" t="t" r="r" b="b"/>
              <a:pathLst>
                <a:path w="1362075" h="228600">
                  <a:moveTo>
                    <a:pt x="1349883" y="0"/>
                  </a:moveTo>
                  <a:lnTo>
                    <a:pt x="12242" y="0"/>
                  </a:lnTo>
                  <a:lnTo>
                    <a:pt x="10439" y="381"/>
                  </a:lnTo>
                  <a:lnTo>
                    <a:pt x="0" y="12319"/>
                  </a:lnTo>
                  <a:lnTo>
                    <a:pt x="0" y="216408"/>
                  </a:lnTo>
                  <a:lnTo>
                    <a:pt x="12242" y="228600"/>
                  </a:lnTo>
                  <a:lnTo>
                    <a:pt x="1349883" y="228600"/>
                  </a:lnTo>
                  <a:lnTo>
                    <a:pt x="1362075" y="216408"/>
                  </a:lnTo>
                  <a:lnTo>
                    <a:pt x="1362075" y="12319"/>
                  </a:lnTo>
                  <a:lnTo>
                    <a:pt x="1351661" y="381"/>
                  </a:lnTo>
                  <a:lnTo>
                    <a:pt x="1349883" y="0"/>
                  </a:lnTo>
                  <a:close/>
                </a:path>
              </a:pathLst>
            </a:custGeom>
            <a:solidFill>
              <a:srgbClr val="FFDE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173" y="1072092"/>
              <a:ext cx="117758" cy="11777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1529" y="1081024"/>
              <a:ext cx="988694" cy="81914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1986950"/>
            <a:ext cx="5933440" cy="33100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1658777"/>
            <a:ext cx="1843277" cy="184959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33850" y="1658777"/>
            <a:ext cx="1852929" cy="184959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53325" y="1658777"/>
            <a:ext cx="1843277" cy="184959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11200" y="560578"/>
            <a:ext cx="7058659" cy="6731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250"/>
              <a:t>Research</a:t>
            </a:r>
            <a:r>
              <a:rPr dirty="0" sz="4250" spc="50"/>
              <a:t> </a:t>
            </a:r>
            <a:r>
              <a:rPr dirty="0" sz="4250"/>
              <a:t>Focus</a:t>
            </a:r>
            <a:r>
              <a:rPr dirty="0" sz="4250" spc="60"/>
              <a:t> </a:t>
            </a:r>
            <a:r>
              <a:rPr dirty="0" sz="4250"/>
              <a:t>&amp;</a:t>
            </a:r>
            <a:r>
              <a:rPr dirty="0" sz="4250" spc="60"/>
              <a:t> </a:t>
            </a:r>
            <a:r>
              <a:rPr dirty="0" sz="4250" spc="-10"/>
              <a:t>Innovation</a:t>
            </a:r>
            <a:endParaRPr sz="4250"/>
          </a:p>
        </p:txBody>
      </p:sp>
      <p:sp>
        <p:nvSpPr>
          <p:cNvPr id="6" name="object 6" descr=""/>
          <p:cNvSpPr txBox="1"/>
          <p:nvPr/>
        </p:nvSpPr>
        <p:spPr>
          <a:xfrm>
            <a:off x="711200" y="3729609"/>
            <a:ext cx="3060065" cy="1753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373737"/>
                </a:solidFill>
                <a:latin typeface="Georgia"/>
                <a:cs typeface="Georgia"/>
              </a:rPr>
              <a:t>Predictive</a:t>
            </a:r>
            <a:r>
              <a:rPr dirty="0" sz="2100" spc="7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2100" spc="-10">
                <a:solidFill>
                  <a:srgbClr val="373737"/>
                </a:solidFill>
                <a:latin typeface="Georgia"/>
                <a:cs typeface="Georgia"/>
              </a:rPr>
              <a:t>Analytics</a:t>
            </a:r>
            <a:endParaRPr sz="2100">
              <a:latin typeface="Georgia"/>
              <a:cs typeface="Georgia"/>
            </a:endParaRPr>
          </a:p>
          <a:p>
            <a:pPr marL="12700" marR="5080">
              <a:lnSpc>
                <a:spcPct val="135700"/>
              </a:lnSpc>
              <a:spcBef>
                <a:spcPts val="665"/>
              </a:spcBef>
            </a:pPr>
            <a:r>
              <a:rPr dirty="0" sz="1600">
                <a:solidFill>
                  <a:srgbClr val="373737"/>
                </a:solidFill>
                <a:latin typeface="Tahoma"/>
                <a:cs typeface="Tahoma"/>
              </a:rPr>
              <a:t>Analysing</a:t>
            </a:r>
            <a:r>
              <a:rPr dirty="0" sz="1600" spc="2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73737"/>
                </a:solidFill>
                <a:latin typeface="Tahoma"/>
                <a:cs typeface="Tahoma"/>
              </a:rPr>
              <a:t>vital</a:t>
            </a:r>
            <a:r>
              <a:rPr dirty="0" sz="1600" spc="1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73737"/>
                </a:solidFill>
                <a:latin typeface="Tahoma"/>
                <a:cs typeface="Tahoma"/>
              </a:rPr>
              <a:t>signs</a:t>
            </a:r>
            <a:r>
              <a:rPr dirty="0" sz="1600" spc="1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373737"/>
                </a:solidFill>
                <a:latin typeface="Tahoma"/>
                <a:cs typeface="Tahoma"/>
              </a:rPr>
              <a:t>like </a:t>
            </a:r>
            <a:r>
              <a:rPr dirty="0" sz="1600">
                <a:solidFill>
                  <a:srgbClr val="373737"/>
                </a:solidFill>
                <a:latin typeface="Tahoma"/>
                <a:cs typeface="Tahoma"/>
              </a:rPr>
              <a:t>temperature,</a:t>
            </a:r>
            <a:r>
              <a:rPr dirty="0" sz="1600" spc="229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73737"/>
                </a:solidFill>
                <a:latin typeface="Tahoma"/>
                <a:cs typeface="Tahoma"/>
              </a:rPr>
              <a:t>heart</a:t>
            </a:r>
            <a:r>
              <a:rPr dirty="0" sz="1600" spc="2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73737"/>
                </a:solidFill>
                <a:latin typeface="Tahoma"/>
                <a:cs typeface="Tahoma"/>
              </a:rPr>
              <a:t>rate,</a:t>
            </a:r>
            <a:r>
              <a:rPr dirty="0" sz="1600" spc="23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373737"/>
                </a:solidFill>
                <a:latin typeface="Tahoma"/>
                <a:cs typeface="Tahoma"/>
              </a:rPr>
              <a:t>and </a:t>
            </a:r>
            <a:r>
              <a:rPr dirty="0" sz="1600">
                <a:solidFill>
                  <a:srgbClr val="373737"/>
                </a:solidFill>
                <a:latin typeface="Tahoma"/>
                <a:cs typeface="Tahoma"/>
              </a:rPr>
              <a:t>oxygen</a:t>
            </a:r>
            <a:r>
              <a:rPr dirty="0" sz="1600" spc="2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73737"/>
                </a:solidFill>
                <a:latin typeface="Tahoma"/>
                <a:cs typeface="Tahoma"/>
              </a:rPr>
              <a:t>saturation</a:t>
            </a:r>
            <a:r>
              <a:rPr dirty="0" sz="1600" spc="2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dirty="0" sz="1600" spc="19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73737"/>
                </a:solidFill>
                <a:latin typeface="Tahoma"/>
                <a:cs typeface="Tahoma"/>
              </a:rPr>
              <a:t>predict</a:t>
            </a:r>
            <a:r>
              <a:rPr dirty="0" sz="1600" spc="2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373737"/>
                </a:solidFill>
                <a:latin typeface="Tahoma"/>
                <a:cs typeface="Tahoma"/>
              </a:rPr>
              <a:t>risk </a:t>
            </a:r>
            <a:r>
              <a:rPr dirty="0" sz="1600">
                <a:solidFill>
                  <a:srgbClr val="373737"/>
                </a:solidFill>
                <a:latin typeface="Tahoma"/>
                <a:cs typeface="Tahoma"/>
              </a:rPr>
              <a:t>levels</a:t>
            </a:r>
            <a:r>
              <a:rPr dirty="0" sz="1600" spc="1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73737"/>
                </a:solidFill>
                <a:latin typeface="Tahoma"/>
                <a:cs typeface="Tahoma"/>
              </a:rPr>
              <a:t>with</a:t>
            </a:r>
            <a:r>
              <a:rPr dirty="0" sz="160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373737"/>
                </a:solidFill>
                <a:latin typeface="Tahoma"/>
                <a:cs typeface="Tahoma"/>
              </a:rPr>
              <a:t>high</a:t>
            </a:r>
            <a:r>
              <a:rPr dirty="0" sz="1600" spc="1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373737"/>
                </a:solidFill>
                <a:latin typeface="Tahoma"/>
                <a:cs typeface="Tahoma"/>
              </a:rPr>
              <a:t>accuracy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25595" y="3708273"/>
            <a:ext cx="3101975" cy="2102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89000">
              <a:lnSpc>
                <a:spcPct val="106700"/>
              </a:lnSpc>
              <a:spcBef>
                <a:spcPts val="100"/>
              </a:spcBef>
            </a:pPr>
            <a:r>
              <a:rPr dirty="0" sz="2100" spc="-10">
                <a:solidFill>
                  <a:srgbClr val="373737"/>
                </a:solidFill>
                <a:latin typeface="Georgia"/>
                <a:cs typeface="Georgia"/>
              </a:rPr>
              <a:t>Personalised </a:t>
            </a:r>
            <a:r>
              <a:rPr dirty="0" sz="2100" spc="-20">
                <a:solidFill>
                  <a:srgbClr val="373737"/>
                </a:solidFill>
                <a:latin typeface="Georgia"/>
                <a:cs typeface="Georgia"/>
              </a:rPr>
              <a:t>Recommendations</a:t>
            </a:r>
            <a:endParaRPr sz="2100">
              <a:latin typeface="Georgia"/>
              <a:cs typeface="Georgia"/>
            </a:endParaRPr>
          </a:p>
          <a:p>
            <a:pPr marL="12700" marR="5080">
              <a:lnSpc>
                <a:spcPct val="133700"/>
              </a:lnSpc>
              <a:spcBef>
                <a:spcPts val="705"/>
              </a:spcBef>
            </a:pPr>
            <a:r>
              <a:rPr dirty="0" sz="1600" spc="60">
                <a:solidFill>
                  <a:srgbClr val="373737"/>
                </a:solidFill>
                <a:latin typeface="Tahoma"/>
                <a:cs typeface="Tahoma"/>
              </a:rPr>
              <a:t>Offering</a:t>
            </a:r>
            <a:r>
              <a:rPr dirty="0" sz="1600" spc="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373737"/>
                </a:solidFill>
                <a:latin typeface="Tahoma"/>
                <a:cs typeface="Tahoma"/>
              </a:rPr>
              <a:t>tailored</a:t>
            </a:r>
            <a:r>
              <a:rPr dirty="0" sz="1600" spc="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373737"/>
                </a:solidFill>
                <a:latin typeface="Tahoma"/>
                <a:cs typeface="Tahoma"/>
              </a:rPr>
              <a:t>intervention </a:t>
            </a:r>
            <a:r>
              <a:rPr dirty="0" sz="1600" spc="65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600" spc="-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60">
                <a:solidFill>
                  <a:srgbClr val="373737"/>
                </a:solidFill>
                <a:latin typeface="Tahoma"/>
                <a:cs typeface="Tahoma"/>
              </a:rPr>
              <a:t>prevention</a:t>
            </a:r>
            <a:r>
              <a:rPr dirty="0" sz="1600" spc="-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373737"/>
                </a:solidFill>
                <a:latin typeface="Tahoma"/>
                <a:cs typeface="Tahoma"/>
              </a:rPr>
              <a:t>strategies</a:t>
            </a:r>
            <a:r>
              <a:rPr dirty="0" sz="1600" spc="-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40">
                <a:solidFill>
                  <a:srgbClr val="373737"/>
                </a:solidFill>
                <a:latin typeface="Tahoma"/>
                <a:cs typeface="Tahoma"/>
              </a:rPr>
              <a:t>based </a:t>
            </a:r>
            <a:r>
              <a:rPr dirty="0" sz="1600" spc="70">
                <a:solidFill>
                  <a:srgbClr val="373737"/>
                </a:solidFill>
                <a:latin typeface="Tahoma"/>
                <a:cs typeface="Tahoma"/>
              </a:rPr>
              <a:t>on</a:t>
            </a:r>
            <a:r>
              <a:rPr dirty="0" sz="1600" spc="-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373737"/>
                </a:solidFill>
                <a:latin typeface="Tahoma"/>
                <a:cs typeface="Tahoma"/>
              </a:rPr>
              <a:t>individual</a:t>
            </a:r>
            <a:r>
              <a:rPr dirty="0" sz="1600" spc="-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60">
                <a:solidFill>
                  <a:srgbClr val="373737"/>
                </a:solidFill>
                <a:latin typeface="Tahoma"/>
                <a:cs typeface="Tahoma"/>
              </a:rPr>
              <a:t>health</a:t>
            </a:r>
            <a:r>
              <a:rPr dirty="0" sz="1600" spc="-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373737"/>
                </a:solidFill>
                <a:latin typeface="Tahoma"/>
                <a:cs typeface="Tahoma"/>
              </a:rPr>
              <a:t>profiles</a:t>
            </a:r>
            <a:r>
              <a:rPr dirty="0" sz="1600" spc="-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45">
                <a:solidFill>
                  <a:srgbClr val="373737"/>
                </a:solidFill>
                <a:latin typeface="Tahoma"/>
                <a:cs typeface="Tahoma"/>
              </a:rPr>
              <a:t>and </a:t>
            </a:r>
            <a:r>
              <a:rPr dirty="0" sz="1600" spc="50">
                <a:solidFill>
                  <a:srgbClr val="373737"/>
                </a:solidFill>
                <a:latin typeface="Tahoma"/>
                <a:cs typeface="Tahoma"/>
              </a:rPr>
              <a:t>risk</a:t>
            </a:r>
            <a:r>
              <a:rPr dirty="0" sz="1600" spc="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60">
                <a:solidFill>
                  <a:srgbClr val="373737"/>
                </a:solidFill>
                <a:latin typeface="Tahoma"/>
                <a:cs typeface="Tahoma"/>
              </a:rPr>
              <a:t>assessments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536942" y="3729609"/>
            <a:ext cx="3022600" cy="2072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373737"/>
                </a:solidFill>
                <a:latin typeface="Georgia"/>
                <a:cs typeface="Georgia"/>
              </a:rPr>
              <a:t>Accessible</a:t>
            </a:r>
            <a:r>
              <a:rPr dirty="0" sz="2100" spc="30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2100" spc="-10">
                <a:solidFill>
                  <a:srgbClr val="373737"/>
                </a:solidFill>
                <a:latin typeface="Georgia"/>
                <a:cs typeface="Georgia"/>
              </a:rPr>
              <a:t>Platform</a:t>
            </a:r>
            <a:endParaRPr sz="2100">
              <a:latin typeface="Georgia"/>
              <a:cs typeface="Georgia"/>
            </a:endParaRPr>
          </a:p>
          <a:p>
            <a:pPr marL="12700" marR="5080">
              <a:lnSpc>
                <a:spcPct val="134400"/>
              </a:lnSpc>
              <a:spcBef>
                <a:spcPts val="690"/>
              </a:spcBef>
            </a:pPr>
            <a:r>
              <a:rPr dirty="0" sz="1600" spc="55">
                <a:solidFill>
                  <a:srgbClr val="373737"/>
                </a:solidFill>
                <a:latin typeface="Tahoma"/>
                <a:cs typeface="Tahoma"/>
              </a:rPr>
              <a:t>Providing</a:t>
            </a:r>
            <a:r>
              <a:rPr dirty="0" sz="1600" spc="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65">
                <a:solidFill>
                  <a:srgbClr val="373737"/>
                </a:solidFill>
                <a:latin typeface="Tahoma"/>
                <a:cs typeface="Tahoma"/>
              </a:rPr>
              <a:t>a</a:t>
            </a:r>
            <a:r>
              <a:rPr dirty="0" sz="1600" spc="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70">
                <a:solidFill>
                  <a:srgbClr val="373737"/>
                </a:solidFill>
                <a:latin typeface="Tahoma"/>
                <a:cs typeface="Tahoma"/>
              </a:rPr>
              <a:t>user-</a:t>
            </a:r>
            <a:r>
              <a:rPr dirty="0" sz="1600" spc="45">
                <a:solidFill>
                  <a:srgbClr val="373737"/>
                </a:solidFill>
                <a:latin typeface="Tahoma"/>
                <a:cs typeface="Tahoma"/>
              </a:rPr>
              <a:t>friendly </a:t>
            </a:r>
            <a:r>
              <a:rPr dirty="0" sz="1600" spc="50">
                <a:solidFill>
                  <a:srgbClr val="373737"/>
                </a:solidFill>
                <a:latin typeface="Tahoma"/>
                <a:cs typeface="Tahoma"/>
              </a:rPr>
              <a:t>platform</a:t>
            </a:r>
            <a:r>
              <a:rPr dirty="0" sz="1600" spc="-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373737"/>
                </a:solidFill>
                <a:latin typeface="Tahoma"/>
                <a:cs typeface="Tahoma"/>
              </a:rPr>
              <a:t>that</a:t>
            </a:r>
            <a:r>
              <a:rPr dirty="0" sz="1600" spc="-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60">
                <a:solidFill>
                  <a:srgbClr val="373737"/>
                </a:solidFill>
                <a:latin typeface="Tahoma"/>
                <a:cs typeface="Tahoma"/>
              </a:rPr>
              <a:t>enables</a:t>
            </a:r>
            <a:r>
              <a:rPr dirty="0" sz="1600" spc="-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45">
                <a:solidFill>
                  <a:srgbClr val="373737"/>
                </a:solidFill>
                <a:latin typeface="Tahoma"/>
                <a:cs typeface="Tahoma"/>
              </a:rPr>
              <a:t>proactive </a:t>
            </a:r>
            <a:r>
              <a:rPr dirty="0" sz="1600" spc="65">
                <a:solidFill>
                  <a:srgbClr val="373737"/>
                </a:solidFill>
                <a:latin typeface="Tahoma"/>
                <a:cs typeface="Tahoma"/>
              </a:rPr>
              <a:t>health</a:t>
            </a:r>
            <a:r>
              <a:rPr dirty="0" sz="1600" spc="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80">
                <a:solidFill>
                  <a:srgbClr val="373737"/>
                </a:solidFill>
                <a:latin typeface="Tahoma"/>
                <a:cs typeface="Tahoma"/>
              </a:rPr>
              <a:t>management </a:t>
            </a:r>
            <a:r>
              <a:rPr dirty="0" sz="1600" spc="45">
                <a:solidFill>
                  <a:srgbClr val="373737"/>
                </a:solidFill>
                <a:latin typeface="Tahoma"/>
                <a:cs typeface="Tahoma"/>
              </a:rPr>
              <a:t>and </a:t>
            </a:r>
            <a:r>
              <a:rPr dirty="0" sz="1600" spc="60">
                <a:solidFill>
                  <a:srgbClr val="373737"/>
                </a:solidFill>
                <a:latin typeface="Tahoma"/>
                <a:cs typeface="Tahoma"/>
              </a:rPr>
              <a:t>supports</a:t>
            </a:r>
            <a:r>
              <a:rPr dirty="0" sz="1600" spc="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60">
                <a:solidFill>
                  <a:srgbClr val="373737"/>
                </a:solidFill>
                <a:latin typeface="Tahoma"/>
                <a:cs typeface="Tahoma"/>
              </a:rPr>
              <a:t>timely</a:t>
            </a:r>
            <a:r>
              <a:rPr dirty="0" sz="1600" spc="1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373737"/>
                </a:solidFill>
                <a:latin typeface="Tahoma"/>
                <a:cs typeface="Tahoma"/>
              </a:rPr>
              <a:t>medical decision-making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99440" y="564769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4" y="0"/>
                </a:moveTo>
                <a:lnTo>
                  <a:pt x="20650" y="0"/>
                </a:lnTo>
                <a:lnTo>
                  <a:pt x="0" y="20650"/>
                </a:lnTo>
                <a:lnTo>
                  <a:pt x="0" y="26962"/>
                </a:lnTo>
                <a:lnTo>
                  <a:pt x="17614" y="47015"/>
                </a:lnTo>
                <a:lnTo>
                  <a:pt x="20650" y="47624"/>
                </a:lnTo>
                <a:lnTo>
                  <a:pt x="26974" y="47624"/>
                </a:lnTo>
                <a:lnTo>
                  <a:pt x="47625" y="26962"/>
                </a:lnTo>
                <a:lnTo>
                  <a:pt x="47625" y="23812"/>
                </a:lnTo>
                <a:lnTo>
                  <a:pt x="26974" y="0"/>
                </a:lnTo>
                <a:close/>
              </a:path>
            </a:pathLst>
          </a:custGeom>
          <a:solidFill>
            <a:srgbClr val="3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7087" y="953770"/>
            <a:ext cx="7614284" cy="4445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750"/>
              <a:t>Health</a:t>
            </a:r>
            <a:r>
              <a:rPr dirty="0" sz="2750" spc="-55"/>
              <a:t> </a:t>
            </a:r>
            <a:r>
              <a:rPr dirty="0" sz="2750"/>
              <a:t>Risk</a:t>
            </a:r>
            <a:r>
              <a:rPr dirty="0" sz="2750" spc="-95"/>
              <a:t> </a:t>
            </a:r>
            <a:r>
              <a:rPr dirty="0" sz="2750" spc="-10"/>
              <a:t>Assessment</a:t>
            </a:r>
            <a:r>
              <a:rPr dirty="0" sz="2750" spc="-45"/>
              <a:t> </a:t>
            </a:r>
            <a:r>
              <a:rPr dirty="0" sz="2750"/>
              <a:t>Using</a:t>
            </a:r>
            <a:r>
              <a:rPr dirty="0" sz="2750" spc="-50"/>
              <a:t> </a:t>
            </a:r>
            <a:r>
              <a:rPr dirty="0" sz="2750"/>
              <a:t>Machine</a:t>
            </a:r>
            <a:r>
              <a:rPr dirty="0" sz="2750" spc="-40"/>
              <a:t> </a:t>
            </a:r>
            <a:r>
              <a:rPr dirty="0" sz="2750" spc="-10"/>
              <a:t>Learning</a:t>
            </a:r>
            <a:endParaRPr sz="2750"/>
          </a:p>
        </p:txBody>
      </p:sp>
      <p:sp>
        <p:nvSpPr>
          <p:cNvPr id="4" name="object 4" descr=""/>
          <p:cNvSpPr txBox="1"/>
          <p:nvPr/>
        </p:nvSpPr>
        <p:spPr>
          <a:xfrm>
            <a:off x="577087" y="1426210"/>
            <a:ext cx="1790064" cy="929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Georgia"/>
                <a:cs typeface="Georgia"/>
              </a:rPr>
              <a:t>Publication </a:t>
            </a:r>
            <a:r>
              <a:rPr dirty="0" sz="1650" spc="-10">
                <a:latin typeface="Georgia"/>
                <a:cs typeface="Georgia"/>
              </a:rPr>
              <a:t>Details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1050" spc="-10" b="1">
                <a:solidFill>
                  <a:srgbClr val="373737"/>
                </a:solidFill>
                <a:latin typeface="Trebuchet MS"/>
                <a:cs typeface="Trebuchet MS"/>
              </a:rPr>
              <a:t>Journal:</a:t>
            </a:r>
            <a:r>
              <a:rPr dirty="0" sz="1050" spc="-70" b="1">
                <a:solidFill>
                  <a:srgbClr val="373737"/>
                </a:solidFill>
                <a:latin typeface="Trebuchet MS"/>
                <a:cs typeface="Trebuchet MS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MDPI</a:t>
            </a:r>
            <a:r>
              <a:rPr dirty="0" sz="1050" spc="-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373737"/>
                </a:solidFill>
                <a:latin typeface="Tahoma"/>
                <a:cs typeface="Tahoma"/>
              </a:rPr>
              <a:t>Electronics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050" spc="-30" b="1">
                <a:solidFill>
                  <a:srgbClr val="373737"/>
                </a:solidFill>
                <a:latin typeface="Trebuchet MS"/>
                <a:cs typeface="Trebuchet MS"/>
              </a:rPr>
              <a:t>Year:</a:t>
            </a:r>
            <a:r>
              <a:rPr dirty="0" sz="1050" spc="-40" b="1">
                <a:solidFill>
                  <a:srgbClr val="373737"/>
                </a:solidFill>
                <a:latin typeface="Trebuchet MS"/>
                <a:cs typeface="Trebuchet MS"/>
              </a:rPr>
              <a:t> </a:t>
            </a:r>
            <a:r>
              <a:rPr dirty="0" sz="1050" spc="-20">
                <a:solidFill>
                  <a:srgbClr val="373737"/>
                </a:solidFill>
                <a:latin typeface="Tahoma"/>
                <a:cs typeface="Tahoma"/>
              </a:rPr>
              <a:t>2022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1050" b="1">
                <a:solidFill>
                  <a:srgbClr val="373737"/>
                </a:solidFill>
                <a:latin typeface="Trebuchet MS"/>
                <a:cs typeface="Trebuchet MS"/>
              </a:rPr>
              <a:t>Focus:</a:t>
            </a:r>
            <a:r>
              <a:rPr dirty="0" sz="1050" spc="170" b="1">
                <a:solidFill>
                  <a:srgbClr val="373737"/>
                </a:solidFill>
                <a:latin typeface="Trebuchet MS"/>
                <a:cs typeface="Trebuchet MS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Systematic</a:t>
            </a:r>
            <a:r>
              <a:rPr dirty="0" sz="10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373737"/>
                </a:solidFill>
                <a:latin typeface="Tahoma"/>
                <a:cs typeface="Tahoma"/>
              </a:rPr>
              <a:t>Review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77087" y="3674745"/>
            <a:ext cx="10093960" cy="20815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0">
                <a:latin typeface="Georgia"/>
                <a:cs typeface="Georgia"/>
              </a:rPr>
              <a:t>Research</a:t>
            </a:r>
            <a:r>
              <a:rPr dirty="0" sz="1650" spc="-40">
                <a:latin typeface="Georgia"/>
                <a:cs typeface="Georgia"/>
              </a:rPr>
              <a:t> </a:t>
            </a:r>
            <a:r>
              <a:rPr dirty="0" sz="1650" spc="-10">
                <a:latin typeface="Georgia"/>
                <a:cs typeface="Georgia"/>
              </a:rPr>
              <a:t>Objective</a:t>
            </a:r>
            <a:endParaRPr sz="1650">
              <a:latin typeface="Georgia"/>
              <a:cs typeface="Georgia"/>
            </a:endParaRPr>
          </a:p>
          <a:p>
            <a:pPr marL="12700" marR="5080">
              <a:lnSpc>
                <a:spcPct val="112400"/>
              </a:lnSpc>
              <a:spcBef>
                <a:spcPts val="935"/>
              </a:spcBef>
            </a:pP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dirty="0" sz="10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develop</a:t>
            </a:r>
            <a:r>
              <a:rPr dirty="0" sz="10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0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evaluate</a:t>
            </a:r>
            <a:r>
              <a:rPr dirty="0" sz="1050" spc="1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machine</a:t>
            </a:r>
            <a:r>
              <a:rPr dirty="0" sz="1050" spc="13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learning</a:t>
            </a:r>
            <a:r>
              <a:rPr dirty="0" sz="1050" spc="13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models</a:t>
            </a:r>
            <a:r>
              <a:rPr dirty="0" sz="1050" spc="13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for</a:t>
            </a:r>
            <a:r>
              <a:rPr dirty="0" sz="1050" spc="1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predicting</a:t>
            </a:r>
            <a:r>
              <a:rPr dirty="0" sz="10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healthcare</a:t>
            </a:r>
            <a:r>
              <a:rPr dirty="0" sz="1050" spc="1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risks</a:t>
            </a:r>
            <a:r>
              <a:rPr dirty="0" sz="10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using</a:t>
            </a:r>
            <a:r>
              <a:rPr dirty="0" sz="1050" spc="13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vital</a:t>
            </a:r>
            <a:r>
              <a:rPr dirty="0" sz="10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sign</a:t>
            </a:r>
            <a:r>
              <a:rPr dirty="0" sz="10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data,</a:t>
            </a:r>
            <a:r>
              <a:rPr dirty="0" sz="1050" spc="1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enabling</a:t>
            </a:r>
            <a:r>
              <a:rPr dirty="0" sz="10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early</a:t>
            </a:r>
            <a:r>
              <a:rPr dirty="0" sz="1050" spc="13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detection</a:t>
            </a:r>
            <a:r>
              <a:rPr dirty="0" sz="10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050" spc="1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intervention</a:t>
            </a:r>
            <a:r>
              <a:rPr dirty="0" sz="1050" spc="1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based</a:t>
            </a:r>
            <a:r>
              <a:rPr dirty="0" sz="1050" spc="1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on</a:t>
            </a:r>
            <a:r>
              <a:rPr dirty="0" sz="1050" spc="1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real-</a:t>
            </a:r>
            <a:r>
              <a:rPr dirty="0" sz="1050" spc="-20">
                <a:solidFill>
                  <a:srgbClr val="373737"/>
                </a:solidFill>
                <a:latin typeface="Tahoma"/>
                <a:cs typeface="Tahoma"/>
              </a:rPr>
              <a:t>time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health</a:t>
            </a:r>
            <a:r>
              <a:rPr dirty="0" sz="1050" spc="1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373737"/>
                </a:solidFill>
                <a:latin typeface="Tahoma"/>
                <a:cs typeface="Tahoma"/>
              </a:rPr>
              <a:t>assessments.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650" spc="-20">
                <a:latin typeface="Georgia"/>
                <a:cs typeface="Georgia"/>
              </a:rPr>
              <a:t>Key</a:t>
            </a:r>
            <a:r>
              <a:rPr dirty="0" sz="1650" spc="-90">
                <a:latin typeface="Georgia"/>
                <a:cs typeface="Georgia"/>
              </a:rPr>
              <a:t> </a:t>
            </a:r>
            <a:r>
              <a:rPr dirty="0" sz="1650" spc="-10">
                <a:latin typeface="Georgia"/>
                <a:cs typeface="Georgia"/>
              </a:rPr>
              <a:t>Outcomes</a:t>
            </a:r>
            <a:endParaRPr sz="1650">
              <a:latin typeface="Georgia"/>
              <a:cs typeface="Georgia"/>
            </a:endParaRPr>
          </a:p>
          <a:p>
            <a:pPr marL="227329" marR="4520565">
              <a:lnSpc>
                <a:spcPct val="124700"/>
              </a:lnSpc>
              <a:spcBef>
                <a:spcPts val="865"/>
              </a:spcBef>
            </a:pP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Employed</a:t>
            </a:r>
            <a:r>
              <a:rPr dirty="0" sz="10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algorithms</a:t>
            </a:r>
            <a:r>
              <a:rPr dirty="0" sz="1050" spc="1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including</a:t>
            </a:r>
            <a:r>
              <a:rPr dirty="0" sz="1050" spc="1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Logistic</a:t>
            </a:r>
            <a:r>
              <a:rPr dirty="0" sz="1050" spc="1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Regression,</a:t>
            </a:r>
            <a:r>
              <a:rPr dirty="0" sz="1050" spc="1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Decision</a:t>
            </a:r>
            <a:r>
              <a:rPr dirty="0" sz="1050" spc="1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Trees,</a:t>
            </a:r>
            <a:r>
              <a:rPr dirty="0" sz="1050" spc="1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050" spc="1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Random</a:t>
            </a:r>
            <a:r>
              <a:rPr dirty="0" sz="1050" spc="1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373737"/>
                </a:solidFill>
                <a:latin typeface="Tahoma"/>
                <a:cs typeface="Tahoma"/>
              </a:rPr>
              <a:t>Forest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Achieved</a:t>
            </a:r>
            <a:r>
              <a:rPr dirty="0" sz="1050" spc="13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highest</a:t>
            </a:r>
            <a:r>
              <a:rPr dirty="0" sz="1050" spc="1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accuracy</a:t>
            </a:r>
            <a:r>
              <a:rPr dirty="0" sz="1050" spc="114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of</a:t>
            </a:r>
            <a:r>
              <a:rPr dirty="0" sz="1050" spc="1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90%</a:t>
            </a:r>
            <a:r>
              <a:rPr dirty="0" sz="1050" spc="1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with</a:t>
            </a:r>
            <a:r>
              <a:rPr dirty="0" sz="1050" spc="1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Random</a:t>
            </a:r>
            <a:r>
              <a:rPr dirty="0" sz="1050" spc="1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Forest</a:t>
            </a:r>
            <a:r>
              <a:rPr dirty="0" sz="1050" spc="114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373737"/>
                </a:solidFill>
                <a:latin typeface="Tahoma"/>
                <a:cs typeface="Tahoma"/>
              </a:rPr>
              <a:t>classifier</a:t>
            </a:r>
            <a:endParaRPr sz="1050">
              <a:latin typeface="Tahoma"/>
              <a:cs typeface="Tahoma"/>
            </a:endParaRPr>
          </a:p>
          <a:p>
            <a:pPr marL="227329" marR="4607560">
              <a:lnSpc>
                <a:spcPct val="130500"/>
              </a:lnSpc>
              <a:spcBef>
                <a:spcPts val="10"/>
              </a:spcBef>
            </a:pP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Identified</a:t>
            </a:r>
            <a:r>
              <a:rPr dirty="0" sz="1050" spc="-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key</a:t>
            </a:r>
            <a:r>
              <a:rPr dirty="0" sz="1050" spc="-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predictors:</a:t>
            </a:r>
            <a:r>
              <a:rPr dirty="0" sz="1050" spc="-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heart</a:t>
            </a:r>
            <a:r>
              <a:rPr dirty="0" sz="1050" spc="-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rate,</a:t>
            </a:r>
            <a:r>
              <a:rPr dirty="0" sz="1050" spc="-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temperature,</a:t>
            </a:r>
            <a:r>
              <a:rPr dirty="0" sz="1050" spc="-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blood</a:t>
            </a:r>
            <a:r>
              <a:rPr dirty="0" sz="1050" spc="-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pressure,</a:t>
            </a:r>
            <a:r>
              <a:rPr dirty="0" sz="1050" spc="-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050" spc="-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oxygen</a:t>
            </a:r>
            <a:r>
              <a:rPr dirty="0" sz="1050" spc="-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373737"/>
                </a:solidFill>
                <a:latin typeface="Tahoma"/>
                <a:cs typeface="Tahoma"/>
              </a:rPr>
              <a:t>saturation </a:t>
            </a:r>
            <a:r>
              <a:rPr dirty="0" sz="1050" spc="45">
                <a:solidFill>
                  <a:srgbClr val="373737"/>
                </a:solidFill>
                <a:latin typeface="Tahoma"/>
                <a:cs typeface="Tahoma"/>
              </a:rPr>
              <a:t>Demonstrated</a:t>
            </a:r>
            <a:r>
              <a:rPr dirty="0" sz="1050" spc="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effectiveness</a:t>
            </a:r>
            <a:r>
              <a:rPr dirty="0" sz="1050" spc="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of</a:t>
            </a:r>
            <a:r>
              <a:rPr dirty="0" sz="1050" spc="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50">
                <a:solidFill>
                  <a:srgbClr val="373737"/>
                </a:solidFill>
                <a:latin typeface="Tahoma"/>
                <a:cs typeface="Tahoma"/>
              </a:rPr>
              <a:t>ensemble</a:t>
            </a:r>
            <a:r>
              <a:rPr dirty="0" sz="1050" spc="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50">
                <a:solidFill>
                  <a:srgbClr val="373737"/>
                </a:solidFill>
                <a:latin typeface="Tahoma"/>
                <a:cs typeface="Tahoma"/>
              </a:rPr>
              <a:t>methods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for</a:t>
            </a:r>
            <a:r>
              <a:rPr dirty="0" sz="1050" spc="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healthcare</a:t>
            </a:r>
            <a:r>
              <a:rPr dirty="0" sz="1050" spc="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risk</a:t>
            </a:r>
            <a:r>
              <a:rPr dirty="0" sz="1050" spc="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373737"/>
                </a:solidFill>
                <a:latin typeface="Tahoma"/>
                <a:cs typeface="Tahoma"/>
              </a:rPr>
              <a:t>prediction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30978" y="2224044"/>
            <a:ext cx="2371725" cy="1323340"/>
          </a:xfrm>
          <a:prstGeom prst="rect">
            <a:avLst/>
          </a:prstGeom>
        </p:spPr>
        <p:txBody>
          <a:bodyPr wrap="square" lIns="0" tIns="24701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945"/>
              </a:spcBef>
            </a:pPr>
            <a:r>
              <a:rPr dirty="0" sz="3500" spc="-25">
                <a:solidFill>
                  <a:srgbClr val="373737"/>
                </a:solidFill>
                <a:latin typeface="Georgia"/>
                <a:cs typeface="Georgia"/>
              </a:rPr>
              <a:t>90%</a:t>
            </a:r>
            <a:endParaRPr sz="3500">
              <a:latin typeface="Georgia"/>
              <a:cs typeface="Georgia"/>
            </a:endParaRPr>
          </a:p>
          <a:p>
            <a:pPr algn="ctr" marL="1905">
              <a:lnSpc>
                <a:spcPct val="100000"/>
              </a:lnSpc>
              <a:spcBef>
                <a:spcPts val="745"/>
              </a:spcBef>
            </a:pPr>
            <a:r>
              <a:rPr dirty="0" sz="1400" spc="-10">
                <a:solidFill>
                  <a:srgbClr val="373737"/>
                </a:solidFill>
                <a:latin typeface="Georgia"/>
                <a:cs typeface="Georgia"/>
              </a:rPr>
              <a:t>Model</a:t>
            </a:r>
            <a:r>
              <a:rPr dirty="0" sz="1400" spc="-9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400" spc="-10">
                <a:solidFill>
                  <a:srgbClr val="373737"/>
                </a:solidFill>
                <a:latin typeface="Georgia"/>
                <a:cs typeface="Georgia"/>
              </a:rPr>
              <a:t>Accuracy</a:t>
            </a:r>
            <a:endParaRPr sz="14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Random</a:t>
            </a:r>
            <a:r>
              <a:rPr dirty="0" sz="1050" spc="9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Forest</a:t>
            </a:r>
            <a:r>
              <a:rPr dirty="0" sz="1050" spc="9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algorithm</a:t>
            </a:r>
            <a:r>
              <a:rPr dirty="0" sz="1050" spc="1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373737"/>
                </a:solidFill>
                <a:latin typeface="Tahoma"/>
                <a:cs typeface="Tahoma"/>
              </a:rPr>
              <a:t>performance</a:t>
            </a:r>
            <a:endParaRPr sz="10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440" y="5029708"/>
            <a:ext cx="46991" cy="4699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440" y="5228945"/>
            <a:ext cx="46991" cy="4697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440" y="5438279"/>
            <a:ext cx="46991" cy="4699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2035" y="753235"/>
            <a:ext cx="93958" cy="112523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604177" y="693674"/>
            <a:ext cx="1333500" cy="228600"/>
          </a:xfrm>
          <a:prstGeom prst="rect">
            <a:avLst/>
          </a:prstGeom>
          <a:ln w="15835">
            <a:solidFill>
              <a:srgbClr val="DF4E00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240"/>
              </a:spcBef>
            </a:pPr>
            <a:r>
              <a:rPr dirty="0" sz="850" spc="-40">
                <a:solidFill>
                  <a:srgbClr val="DF4E00"/>
                </a:solidFill>
                <a:latin typeface="Tahoma"/>
                <a:cs typeface="Tahoma"/>
              </a:rPr>
              <a:t>LITERATURE</a:t>
            </a:r>
            <a:r>
              <a:rPr dirty="0" sz="850" spc="25">
                <a:solidFill>
                  <a:srgbClr val="DF4E00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DF4E00"/>
                </a:solidFill>
                <a:latin typeface="Tahoma"/>
                <a:cs typeface="Tahoma"/>
              </a:rPr>
              <a:t>REVIEW</a:t>
            </a:r>
            <a:endParaRPr sz="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99440" y="564769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4" y="0"/>
                </a:moveTo>
                <a:lnTo>
                  <a:pt x="20650" y="0"/>
                </a:lnTo>
                <a:lnTo>
                  <a:pt x="0" y="20650"/>
                </a:lnTo>
                <a:lnTo>
                  <a:pt x="0" y="26962"/>
                </a:lnTo>
                <a:lnTo>
                  <a:pt x="17614" y="47015"/>
                </a:lnTo>
                <a:lnTo>
                  <a:pt x="20650" y="47624"/>
                </a:lnTo>
                <a:lnTo>
                  <a:pt x="26974" y="47624"/>
                </a:lnTo>
                <a:lnTo>
                  <a:pt x="47625" y="26962"/>
                </a:lnTo>
                <a:lnTo>
                  <a:pt x="47625" y="23812"/>
                </a:lnTo>
                <a:lnTo>
                  <a:pt x="26974" y="0"/>
                </a:lnTo>
                <a:close/>
              </a:path>
            </a:pathLst>
          </a:custGeom>
          <a:solidFill>
            <a:srgbClr val="3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Additional</a:t>
            </a:r>
            <a:r>
              <a:rPr dirty="0" sz="3300" spc="25"/>
              <a:t> </a:t>
            </a:r>
            <a:r>
              <a:rPr dirty="0" sz="3300"/>
              <a:t>Research</a:t>
            </a:r>
            <a:r>
              <a:rPr dirty="0" sz="3300" spc="25"/>
              <a:t> </a:t>
            </a:r>
            <a:r>
              <a:rPr dirty="0" sz="3300" spc="-10"/>
              <a:t>Insights</a:t>
            </a:r>
            <a:endParaRPr sz="3300"/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942975">
              <a:lnSpc>
                <a:spcPct val="105600"/>
              </a:lnSpc>
              <a:spcBef>
                <a:spcPts val="100"/>
              </a:spcBef>
            </a:pPr>
            <a:r>
              <a:rPr dirty="0"/>
              <a:t>A</a:t>
            </a:r>
            <a:r>
              <a:rPr dirty="0" spc="-50"/>
              <a:t> </a:t>
            </a:r>
            <a:r>
              <a:rPr dirty="0"/>
              <a:t>Catalogue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Machine</a:t>
            </a:r>
            <a:r>
              <a:rPr dirty="0" spc="-45"/>
              <a:t> </a:t>
            </a:r>
            <a:r>
              <a:rPr dirty="0"/>
              <a:t>Learning</a:t>
            </a:r>
            <a:r>
              <a:rPr dirty="0" spc="-35"/>
              <a:t> </a:t>
            </a:r>
            <a:r>
              <a:rPr dirty="0"/>
              <a:t>Algorithms</a:t>
            </a:r>
            <a:r>
              <a:rPr dirty="0" spc="-35"/>
              <a:t> </a:t>
            </a:r>
            <a:r>
              <a:rPr dirty="0" spc="-25"/>
              <a:t>for </a:t>
            </a:r>
            <a:r>
              <a:rPr dirty="0"/>
              <a:t>Healthcare</a:t>
            </a:r>
            <a:r>
              <a:rPr dirty="0" spc="-65"/>
              <a:t> </a:t>
            </a:r>
            <a:r>
              <a:rPr dirty="0"/>
              <a:t>Risk</a:t>
            </a:r>
            <a:r>
              <a:rPr dirty="0" spc="-65"/>
              <a:t> </a:t>
            </a:r>
            <a:r>
              <a:rPr dirty="0" spc="-10"/>
              <a:t>Prediction</a:t>
            </a: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250" b="1">
                <a:solidFill>
                  <a:srgbClr val="373737"/>
                </a:solidFill>
                <a:latin typeface="Trebuchet MS"/>
                <a:cs typeface="Trebuchet MS"/>
              </a:rPr>
              <a:t>Publication:</a:t>
            </a:r>
            <a:r>
              <a:rPr dirty="0" sz="1250" spc="114" b="1">
                <a:solidFill>
                  <a:srgbClr val="37373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MDPI</a:t>
            </a:r>
            <a:r>
              <a:rPr dirty="0" sz="1250" spc="10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Sensors</a:t>
            </a:r>
            <a:r>
              <a:rPr dirty="0" sz="1250" spc="8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373737"/>
                </a:solidFill>
                <a:latin typeface="Tahoma"/>
                <a:cs typeface="Tahoma"/>
              </a:rPr>
              <a:t>(2022)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650"/>
              <a:t>Research</a:t>
            </a:r>
            <a:r>
              <a:rPr dirty="0" sz="1650" spc="-75"/>
              <a:t> </a:t>
            </a:r>
            <a:r>
              <a:rPr dirty="0" sz="1650" spc="-10"/>
              <a:t>Objective</a:t>
            </a:r>
            <a:endParaRPr sz="1650"/>
          </a:p>
          <a:p>
            <a:pPr marL="12700" marR="5080">
              <a:lnSpc>
                <a:spcPct val="120100"/>
              </a:lnSpc>
              <a:spcBef>
                <a:spcPts val="890"/>
              </a:spcBef>
            </a:pP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dirty="0" sz="12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analyse</a:t>
            </a:r>
            <a:r>
              <a:rPr dirty="0" sz="1250" spc="1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vital</a:t>
            </a:r>
            <a:r>
              <a:rPr dirty="0" sz="12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sign</a:t>
            </a:r>
            <a:r>
              <a:rPr dirty="0" sz="12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data</a:t>
            </a:r>
            <a:r>
              <a:rPr dirty="0" sz="1250" spc="1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comprehensively</a:t>
            </a:r>
            <a:r>
              <a:rPr dirty="0" sz="1250" spc="1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dirty="0" sz="12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identify</a:t>
            </a:r>
            <a:r>
              <a:rPr dirty="0" sz="12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2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rank</a:t>
            </a:r>
            <a:r>
              <a:rPr dirty="0" sz="1250" spc="1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the</a:t>
            </a:r>
            <a:r>
              <a:rPr dirty="0" sz="12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key</a:t>
            </a:r>
            <a:r>
              <a:rPr dirty="0" sz="12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healthcare</a:t>
            </a:r>
            <a:r>
              <a:rPr dirty="0" sz="12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-20">
                <a:solidFill>
                  <a:srgbClr val="373737"/>
                </a:solidFill>
                <a:latin typeface="Tahoma"/>
                <a:cs typeface="Tahoma"/>
              </a:rPr>
              <a:t>risk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factors</a:t>
            </a:r>
            <a:r>
              <a:rPr dirty="0" sz="1250" spc="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influencing</a:t>
            </a: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patient</a:t>
            </a: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outcomes.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650"/>
              <a:t>Research</a:t>
            </a:r>
            <a:r>
              <a:rPr dirty="0" sz="1650" spc="-75"/>
              <a:t> </a:t>
            </a:r>
            <a:r>
              <a:rPr dirty="0" sz="1650" spc="-10"/>
              <a:t>Outcomes</a:t>
            </a:r>
            <a:endParaRPr sz="1650"/>
          </a:p>
          <a:p>
            <a:pPr marL="269875" marR="26670">
              <a:lnSpc>
                <a:spcPct val="119200"/>
              </a:lnSpc>
              <a:spcBef>
                <a:spcPts val="905"/>
              </a:spcBef>
            </a:pP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Vital</a:t>
            </a:r>
            <a:r>
              <a:rPr dirty="0" sz="1250" spc="1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signs</a:t>
            </a:r>
            <a:r>
              <a:rPr dirty="0" sz="12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such</a:t>
            </a:r>
            <a:r>
              <a:rPr dirty="0" sz="12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as</a:t>
            </a:r>
            <a:r>
              <a:rPr dirty="0" sz="12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heart</a:t>
            </a:r>
            <a:r>
              <a:rPr dirty="0" sz="12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rate,</a:t>
            </a:r>
            <a:r>
              <a:rPr dirty="0" sz="12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temperature,</a:t>
            </a:r>
            <a:r>
              <a:rPr dirty="0" sz="12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2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blood</a:t>
            </a:r>
            <a:r>
              <a:rPr dirty="0" sz="12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pressure</a:t>
            </a:r>
            <a:r>
              <a:rPr dirty="0" sz="1250" spc="1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significantly</a:t>
            </a:r>
            <a:r>
              <a:rPr dirty="0" sz="12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373737"/>
                </a:solidFill>
                <a:latin typeface="Tahoma"/>
                <a:cs typeface="Tahoma"/>
              </a:rPr>
              <a:t>impact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risk</a:t>
            </a:r>
            <a:r>
              <a:rPr dirty="0" sz="1250" spc="19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373737"/>
                </a:solidFill>
                <a:latin typeface="Tahoma"/>
                <a:cs typeface="Tahoma"/>
              </a:rPr>
              <a:t>levels</a:t>
            </a:r>
            <a:endParaRPr sz="1250">
              <a:latin typeface="Tahoma"/>
              <a:cs typeface="Tahoma"/>
            </a:endParaRPr>
          </a:p>
          <a:p>
            <a:pPr marL="269875" marR="414020">
              <a:lnSpc>
                <a:spcPct val="120200"/>
              </a:lnSpc>
              <a:spcBef>
                <a:spcPts val="300"/>
              </a:spcBef>
            </a:pPr>
            <a:r>
              <a:rPr dirty="0" sz="1250" spc="20">
                <a:solidFill>
                  <a:srgbClr val="373737"/>
                </a:solidFill>
                <a:latin typeface="Tahoma"/>
                <a:cs typeface="Tahoma"/>
              </a:rPr>
              <a:t>Integration</a:t>
            </a: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373737"/>
                </a:solidFill>
                <a:latin typeface="Tahoma"/>
                <a:cs typeface="Tahoma"/>
              </a:rPr>
              <a:t>of</a:t>
            </a:r>
            <a:r>
              <a:rPr dirty="0" sz="1250" spc="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373737"/>
                </a:solidFill>
                <a:latin typeface="Tahoma"/>
                <a:cs typeface="Tahoma"/>
              </a:rPr>
              <a:t>real-time</a:t>
            </a:r>
            <a:r>
              <a:rPr dirty="0" sz="1250" spc="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wearable</a:t>
            </a:r>
            <a:r>
              <a:rPr dirty="0" sz="1250" spc="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373737"/>
                </a:solidFill>
                <a:latin typeface="Tahoma"/>
                <a:cs typeface="Tahoma"/>
              </a:rPr>
              <a:t>device</a:t>
            </a: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data</a:t>
            </a:r>
            <a:r>
              <a:rPr dirty="0" sz="1250" spc="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enhances</a:t>
            </a:r>
            <a:r>
              <a:rPr dirty="0" sz="1250" spc="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373737"/>
                </a:solidFill>
                <a:latin typeface="Tahoma"/>
                <a:cs typeface="Tahoma"/>
              </a:rPr>
              <a:t>monitoring</a:t>
            </a:r>
            <a:r>
              <a:rPr dirty="0" sz="1250" spc="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373737"/>
                </a:solidFill>
                <a:latin typeface="Tahoma"/>
                <a:cs typeface="Tahoma"/>
              </a:rPr>
              <a:t>accuracy substantially</a:t>
            </a:r>
            <a:endParaRPr sz="1250">
              <a:latin typeface="Tahoma"/>
              <a:cs typeface="Tahoma"/>
            </a:endParaRPr>
          </a:p>
          <a:p>
            <a:pPr marL="269875" marR="319405">
              <a:lnSpc>
                <a:spcPct val="119200"/>
              </a:lnSpc>
              <a:spcBef>
                <a:spcPts val="380"/>
              </a:spcBef>
            </a:pP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Proposed</a:t>
            </a:r>
            <a:r>
              <a:rPr dirty="0" sz="1250" spc="1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373737"/>
                </a:solidFill>
                <a:latin typeface="Tahoma"/>
                <a:cs typeface="Tahoma"/>
              </a:rPr>
              <a:t>predictive</a:t>
            </a:r>
            <a:r>
              <a:rPr dirty="0" sz="1250" spc="18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model</a:t>
            </a:r>
            <a:r>
              <a:rPr dirty="0" sz="1250" spc="1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373737"/>
                </a:solidFill>
                <a:latin typeface="Tahoma"/>
                <a:cs typeface="Tahoma"/>
              </a:rPr>
              <a:t>improves</a:t>
            </a:r>
            <a:r>
              <a:rPr dirty="0" sz="1250" spc="1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373737"/>
                </a:solidFill>
                <a:latin typeface="Tahoma"/>
                <a:cs typeface="Tahoma"/>
              </a:rPr>
              <a:t>personalised</a:t>
            </a:r>
            <a:r>
              <a:rPr dirty="0" sz="1250" spc="204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373737"/>
                </a:solidFill>
                <a:latin typeface="Tahoma"/>
                <a:cs typeface="Tahoma"/>
              </a:rPr>
              <a:t>healthcare</a:t>
            </a:r>
            <a:r>
              <a:rPr dirty="0" sz="1250" spc="20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373737"/>
                </a:solidFill>
                <a:latin typeface="Tahoma"/>
                <a:cs typeface="Tahoma"/>
              </a:rPr>
              <a:t>risk</a:t>
            </a:r>
            <a:r>
              <a:rPr dirty="0" sz="1250" spc="20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373737"/>
                </a:solidFill>
                <a:latin typeface="Tahoma"/>
                <a:cs typeface="Tahoma"/>
              </a:rPr>
              <a:t>assessment capabilities</a:t>
            </a:r>
            <a:endParaRPr sz="1250">
              <a:latin typeface="Tahoma"/>
              <a:cs typeface="Tahoma"/>
            </a:endParaRPr>
          </a:p>
          <a:p>
            <a:pPr marL="269875">
              <a:lnSpc>
                <a:spcPct val="100000"/>
              </a:lnSpc>
              <a:spcBef>
                <a:spcPts val="600"/>
              </a:spcBef>
            </a:pP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Established</a:t>
            </a:r>
            <a:r>
              <a:rPr dirty="0" sz="1250" spc="2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foundation</a:t>
            </a:r>
            <a:r>
              <a:rPr dirty="0" sz="1250" spc="2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for</a:t>
            </a:r>
            <a:r>
              <a:rPr dirty="0" sz="1250" spc="2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continuous</a:t>
            </a:r>
            <a:r>
              <a:rPr dirty="0" sz="1250" spc="2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health</a:t>
            </a:r>
            <a:r>
              <a:rPr dirty="0" sz="1250" spc="254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monitoring</a:t>
            </a:r>
            <a:r>
              <a:rPr dirty="0" sz="1250" spc="2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373737"/>
                </a:solidFill>
                <a:latin typeface="Tahoma"/>
                <a:cs typeface="Tahoma"/>
              </a:rPr>
              <a:t>systems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065" y="4081399"/>
            <a:ext cx="57150" cy="5715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065" y="4575810"/>
            <a:ext cx="57150" cy="5715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065" y="5079747"/>
            <a:ext cx="57150" cy="57148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67625" y="1592635"/>
            <a:ext cx="2980690" cy="39671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7400" y="2994482"/>
            <a:ext cx="4072890" cy="664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>
                <a:solidFill>
                  <a:srgbClr val="373737"/>
                </a:solidFill>
                <a:latin typeface="Georgia"/>
                <a:cs typeface="Georgia"/>
              </a:rPr>
              <a:t>Systematic</a:t>
            </a:r>
            <a:r>
              <a:rPr dirty="0" sz="1750" spc="-50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73737"/>
                </a:solidFill>
                <a:latin typeface="Georgia"/>
                <a:cs typeface="Georgia"/>
              </a:rPr>
              <a:t>Review</a:t>
            </a:r>
            <a:r>
              <a:rPr dirty="0" sz="1750" spc="-30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750" spc="-20">
                <a:solidFill>
                  <a:srgbClr val="373737"/>
                </a:solidFill>
                <a:latin typeface="Georgia"/>
                <a:cs typeface="Georgia"/>
              </a:rPr>
              <a:t>Study</a:t>
            </a:r>
            <a:endParaRPr sz="17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1350" b="1">
                <a:solidFill>
                  <a:srgbClr val="373737"/>
                </a:solidFill>
                <a:latin typeface="Trebuchet MS"/>
                <a:cs typeface="Trebuchet MS"/>
              </a:rPr>
              <a:t>Models:</a:t>
            </a:r>
            <a:r>
              <a:rPr dirty="0" sz="1350" spc="45" b="1">
                <a:solidFill>
                  <a:srgbClr val="373737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73737"/>
                </a:solidFill>
                <a:latin typeface="Tahoma"/>
                <a:cs typeface="Tahoma"/>
              </a:rPr>
              <a:t>SVM,</a:t>
            </a:r>
            <a:r>
              <a:rPr dirty="0" sz="1350" spc="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73737"/>
                </a:solidFill>
                <a:latin typeface="Tahoma"/>
                <a:cs typeface="Tahoma"/>
              </a:rPr>
              <a:t>Random</a:t>
            </a:r>
            <a:r>
              <a:rPr dirty="0" sz="1350" spc="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73737"/>
                </a:solidFill>
                <a:latin typeface="Tahoma"/>
                <a:cs typeface="Tahoma"/>
              </a:rPr>
              <a:t>Forest,</a:t>
            </a:r>
            <a:r>
              <a:rPr dirty="0" sz="1350" spc="3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73737"/>
                </a:solidFill>
                <a:latin typeface="Tahoma"/>
                <a:cs typeface="Tahoma"/>
              </a:rPr>
              <a:t>various</a:t>
            </a:r>
            <a:r>
              <a:rPr dirty="0" sz="1350" spc="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73737"/>
                </a:solidFill>
                <a:latin typeface="Tahoma"/>
                <a:cs typeface="Tahoma"/>
              </a:rPr>
              <a:t>ML</a:t>
            </a:r>
            <a:r>
              <a:rPr dirty="0" sz="1350" spc="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73737"/>
                </a:solidFill>
                <a:latin typeface="Tahoma"/>
                <a:cs typeface="Tahoma"/>
              </a:rPr>
              <a:t>algorithms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805306" y="3851402"/>
            <a:ext cx="4130675" cy="1255395"/>
            <a:chOff x="805306" y="3851402"/>
            <a:chExt cx="4130675" cy="1255395"/>
          </a:xfrm>
        </p:grpSpPr>
        <p:sp>
          <p:nvSpPr>
            <p:cNvPr id="4" name="object 4" descr=""/>
            <p:cNvSpPr/>
            <p:nvPr/>
          </p:nvSpPr>
          <p:spPr>
            <a:xfrm>
              <a:off x="813346" y="3851402"/>
              <a:ext cx="1435100" cy="166370"/>
            </a:xfrm>
            <a:custGeom>
              <a:avLst/>
              <a:gdLst/>
              <a:ahLst/>
              <a:cxnLst/>
              <a:rect l="l" t="t" r="r" b="b"/>
              <a:pathLst>
                <a:path w="1435100" h="166370">
                  <a:moveTo>
                    <a:pt x="85204" y="7620"/>
                  </a:moveTo>
                  <a:lnTo>
                    <a:pt x="0" y="7620"/>
                  </a:lnTo>
                  <a:lnTo>
                    <a:pt x="0" y="130810"/>
                  </a:lnTo>
                  <a:lnTo>
                    <a:pt x="22948" y="130810"/>
                  </a:lnTo>
                  <a:lnTo>
                    <a:pt x="22948" y="74422"/>
                  </a:lnTo>
                  <a:lnTo>
                    <a:pt x="68427" y="74422"/>
                  </a:lnTo>
                  <a:lnTo>
                    <a:pt x="68427" y="55880"/>
                  </a:lnTo>
                  <a:lnTo>
                    <a:pt x="22948" y="55880"/>
                  </a:lnTo>
                  <a:lnTo>
                    <a:pt x="22948" y="27051"/>
                  </a:lnTo>
                  <a:lnTo>
                    <a:pt x="85204" y="27051"/>
                  </a:lnTo>
                  <a:lnTo>
                    <a:pt x="85204" y="7620"/>
                  </a:lnTo>
                  <a:close/>
                </a:path>
                <a:path w="1435100" h="166370">
                  <a:moveTo>
                    <a:pt x="130556" y="40767"/>
                  </a:moveTo>
                  <a:lnTo>
                    <a:pt x="96126" y="40767"/>
                  </a:lnTo>
                  <a:lnTo>
                    <a:pt x="96126" y="58039"/>
                  </a:lnTo>
                  <a:lnTo>
                    <a:pt x="108216" y="58039"/>
                  </a:lnTo>
                  <a:lnTo>
                    <a:pt x="108216" y="130810"/>
                  </a:lnTo>
                  <a:lnTo>
                    <a:pt x="130556" y="130810"/>
                  </a:lnTo>
                  <a:lnTo>
                    <a:pt x="130556" y="40767"/>
                  </a:lnTo>
                  <a:close/>
                </a:path>
                <a:path w="1435100" h="166370">
                  <a:moveTo>
                    <a:pt x="132410" y="14732"/>
                  </a:moveTo>
                  <a:lnTo>
                    <a:pt x="131165" y="11811"/>
                  </a:lnTo>
                  <a:lnTo>
                    <a:pt x="126161" y="6985"/>
                  </a:lnTo>
                  <a:lnTo>
                    <a:pt x="123139" y="5842"/>
                  </a:lnTo>
                  <a:lnTo>
                    <a:pt x="116078" y="5842"/>
                  </a:lnTo>
                  <a:lnTo>
                    <a:pt x="113068" y="6985"/>
                  </a:lnTo>
                  <a:lnTo>
                    <a:pt x="108064" y="11811"/>
                  </a:lnTo>
                  <a:lnTo>
                    <a:pt x="106807" y="14732"/>
                  </a:lnTo>
                  <a:lnTo>
                    <a:pt x="106807" y="21463"/>
                  </a:lnTo>
                  <a:lnTo>
                    <a:pt x="108064" y="24257"/>
                  </a:lnTo>
                  <a:lnTo>
                    <a:pt x="113068" y="29083"/>
                  </a:lnTo>
                  <a:lnTo>
                    <a:pt x="116078" y="30226"/>
                  </a:lnTo>
                  <a:lnTo>
                    <a:pt x="123139" y="30226"/>
                  </a:lnTo>
                  <a:lnTo>
                    <a:pt x="126161" y="29083"/>
                  </a:lnTo>
                  <a:lnTo>
                    <a:pt x="131165" y="24257"/>
                  </a:lnTo>
                  <a:lnTo>
                    <a:pt x="132410" y="21463"/>
                  </a:lnTo>
                  <a:lnTo>
                    <a:pt x="132410" y="14732"/>
                  </a:lnTo>
                  <a:close/>
                </a:path>
                <a:path w="1435100" h="166370">
                  <a:moveTo>
                    <a:pt x="240080" y="75565"/>
                  </a:moveTo>
                  <a:lnTo>
                    <a:pt x="239458" y="67449"/>
                  </a:lnTo>
                  <a:lnTo>
                    <a:pt x="237629" y="60248"/>
                  </a:lnTo>
                  <a:lnTo>
                    <a:pt x="235877" y="56642"/>
                  </a:lnTo>
                  <a:lnTo>
                    <a:pt x="234581" y="53975"/>
                  </a:lnTo>
                  <a:lnTo>
                    <a:pt x="230720" y="49149"/>
                  </a:lnTo>
                  <a:lnTo>
                    <a:pt x="230314" y="48641"/>
                  </a:lnTo>
                  <a:lnTo>
                    <a:pt x="224993" y="44475"/>
                  </a:lnTo>
                  <a:lnTo>
                    <a:pt x="219011" y="41617"/>
                  </a:lnTo>
                  <a:lnTo>
                    <a:pt x="219227" y="41617"/>
                  </a:lnTo>
                  <a:lnTo>
                    <a:pt x="211785" y="39738"/>
                  </a:lnTo>
                  <a:lnTo>
                    <a:pt x="212026" y="39738"/>
                  </a:lnTo>
                  <a:lnTo>
                    <a:pt x="203695" y="39116"/>
                  </a:lnTo>
                  <a:lnTo>
                    <a:pt x="195440" y="39738"/>
                  </a:lnTo>
                  <a:lnTo>
                    <a:pt x="188264" y="41617"/>
                  </a:lnTo>
                  <a:lnTo>
                    <a:pt x="182156" y="44742"/>
                  </a:lnTo>
                  <a:lnTo>
                    <a:pt x="177126" y="49149"/>
                  </a:lnTo>
                  <a:lnTo>
                    <a:pt x="173062" y="40767"/>
                  </a:lnTo>
                  <a:lnTo>
                    <a:pt x="157175" y="40767"/>
                  </a:lnTo>
                  <a:lnTo>
                    <a:pt x="157175" y="130810"/>
                  </a:lnTo>
                  <a:lnTo>
                    <a:pt x="179247" y="130810"/>
                  </a:lnTo>
                  <a:lnTo>
                    <a:pt x="179247" y="65786"/>
                  </a:lnTo>
                  <a:lnTo>
                    <a:pt x="181305" y="63119"/>
                  </a:lnTo>
                  <a:lnTo>
                    <a:pt x="184175" y="60960"/>
                  </a:lnTo>
                  <a:lnTo>
                    <a:pt x="187845" y="59309"/>
                  </a:lnTo>
                  <a:lnTo>
                    <a:pt x="191528" y="57531"/>
                  </a:lnTo>
                  <a:lnTo>
                    <a:pt x="194983" y="56642"/>
                  </a:lnTo>
                  <a:lnTo>
                    <a:pt x="205232" y="56642"/>
                  </a:lnTo>
                  <a:lnTo>
                    <a:pt x="210273" y="58420"/>
                  </a:lnTo>
                  <a:lnTo>
                    <a:pt x="216458" y="65532"/>
                  </a:lnTo>
                  <a:lnTo>
                    <a:pt x="218008" y="71120"/>
                  </a:lnTo>
                  <a:lnTo>
                    <a:pt x="218008" y="130810"/>
                  </a:lnTo>
                  <a:lnTo>
                    <a:pt x="240080" y="130810"/>
                  </a:lnTo>
                  <a:lnTo>
                    <a:pt x="240080" y="75565"/>
                  </a:lnTo>
                  <a:close/>
                </a:path>
                <a:path w="1435100" h="166370">
                  <a:moveTo>
                    <a:pt x="345236" y="2159"/>
                  </a:moveTo>
                  <a:lnTo>
                    <a:pt x="323164" y="7239"/>
                  </a:lnTo>
                  <a:lnTo>
                    <a:pt x="323164" y="43307"/>
                  </a:lnTo>
                  <a:lnTo>
                    <a:pt x="323164" y="62230"/>
                  </a:lnTo>
                  <a:lnTo>
                    <a:pt x="323164" y="109220"/>
                  </a:lnTo>
                  <a:lnTo>
                    <a:pt x="322211" y="110490"/>
                  </a:lnTo>
                  <a:lnTo>
                    <a:pt x="320205" y="111760"/>
                  </a:lnTo>
                  <a:lnTo>
                    <a:pt x="317106" y="112903"/>
                  </a:lnTo>
                  <a:lnTo>
                    <a:pt x="314020" y="114173"/>
                  </a:lnTo>
                  <a:lnTo>
                    <a:pt x="311416" y="114808"/>
                  </a:lnTo>
                  <a:lnTo>
                    <a:pt x="309295" y="114808"/>
                  </a:lnTo>
                  <a:lnTo>
                    <a:pt x="280949" y="87249"/>
                  </a:lnTo>
                  <a:lnTo>
                    <a:pt x="280860" y="77089"/>
                  </a:lnTo>
                  <a:lnTo>
                    <a:pt x="283248" y="69723"/>
                  </a:lnTo>
                  <a:lnTo>
                    <a:pt x="288023" y="64643"/>
                  </a:lnTo>
                  <a:lnTo>
                    <a:pt x="292785" y="59436"/>
                  </a:lnTo>
                  <a:lnTo>
                    <a:pt x="299580" y="56896"/>
                  </a:lnTo>
                  <a:lnTo>
                    <a:pt x="313537" y="56896"/>
                  </a:lnTo>
                  <a:lnTo>
                    <a:pt x="318452" y="58674"/>
                  </a:lnTo>
                  <a:lnTo>
                    <a:pt x="323164" y="62230"/>
                  </a:lnTo>
                  <a:lnTo>
                    <a:pt x="323164" y="43307"/>
                  </a:lnTo>
                  <a:lnTo>
                    <a:pt x="317271" y="40513"/>
                  </a:lnTo>
                  <a:lnTo>
                    <a:pt x="310743" y="39116"/>
                  </a:lnTo>
                  <a:lnTo>
                    <a:pt x="303555" y="39116"/>
                  </a:lnTo>
                  <a:lnTo>
                    <a:pt x="265226" y="59702"/>
                  </a:lnTo>
                  <a:lnTo>
                    <a:pt x="257962" y="86614"/>
                  </a:lnTo>
                  <a:lnTo>
                    <a:pt x="257911" y="87249"/>
                  </a:lnTo>
                  <a:lnTo>
                    <a:pt x="275450" y="125768"/>
                  </a:lnTo>
                  <a:lnTo>
                    <a:pt x="291401" y="131826"/>
                  </a:lnTo>
                  <a:lnTo>
                    <a:pt x="292341" y="131826"/>
                  </a:lnTo>
                  <a:lnTo>
                    <a:pt x="300380" y="132461"/>
                  </a:lnTo>
                  <a:lnTo>
                    <a:pt x="305028" y="132461"/>
                  </a:lnTo>
                  <a:lnTo>
                    <a:pt x="309537" y="131826"/>
                  </a:lnTo>
                  <a:lnTo>
                    <a:pt x="313893" y="130302"/>
                  </a:lnTo>
                  <a:lnTo>
                    <a:pt x="318249" y="128905"/>
                  </a:lnTo>
                  <a:lnTo>
                    <a:pt x="321335" y="127254"/>
                  </a:lnTo>
                  <a:lnTo>
                    <a:pt x="323164" y="125349"/>
                  </a:lnTo>
                  <a:lnTo>
                    <a:pt x="323164" y="130810"/>
                  </a:lnTo>
                  <a:lnTo>
                    <a:pt x="345236" y="130810"/>
                  </a:lnTo>
                  <a:lnTo>
                    <a:pt x="345236" y="125349"/>
                  </a:lnTo>
                  <a:lnTo>
                    <a:pt x="345236" y="114808"/>
                  </a:lnTo>
                  <a:lnTo>
                    <a:pt x="345236" y="56896"/>
                  </a:lnTo>
                  <a:lnTo>
                    <a:pt x="345236" y="43307"/>
                  </a:lnTo>
                  <a:lnTo>
                    <a:pt x="345236" y="2159"/>
                  </a:lnTo>
                  <a:close/>
                </a:path>
                <a:path w="1435100" h="166370">
                  <a:moveTo>
                    <a:pt x="395732" y="40767"/>
                  </a:moveTo>
                  <a:lnTo>
                    <a:pt x="361302" y="40767"/>
                  </a:lnTo>
                  <a:lnTo>
                    <a:pt x="361302" y="58039"/>
                  </a:lnTo>
                  <a:lnTo>
                    <a:pt x="373392" y="58039"/>
                  </a:lnTo>
                  <a:lnTo>
                    <a:pt x="373392" y="130810"/>
                  </a:lnTo>
                  <a:lnTo>
                    <a:pt x="395732" y="130810"/>
                  </a:lnTo>
                  <a:lnTo>
                    <a:pt x="395732" y="40767"/>
                  </a:lnTo>
                  <a:close/>
                </a:path>
                <a:path w="1435100" h="166370">
                  <a:moveTo>
                    <a:pt x="397586" y="14732"/>
                  </a:moveTo>
                  <a:lnTo>
                    <a:pt x="396341" y="11811"/>
                  </a:lnTo>
                  <a:lnTo>
                    <a:pt x="391337" y="6985"/>
                  </a:lnTo>
                  <a:lnTo>
                    <a:pt x="388315" y="5842"/>
                  </a:lnTo>
                  <a:lnTo>
                    <a:pt x="381254" y="5842"/>
                  </a:lnTo>
                  <a:lnTo>
                    <a:pt x="378244" y="6985"/>
                  </a:lnTo>
                  <a:lnTo>
                    <a:pt x="373240" y="11811"/>
                  </a:lnTo>
                  <a:lnTo>
                    <a:pt x="371983" y="14732"/>
                  </a:lnTo>
                  <a:lnTo>
                    <a:pt x="371983" y="21463"/>
                  </a:lnTo>
                  <a:lnTo>
                    <a:pt x="373240" y="24257"/>
                  </a:lnTo>
                  <a:lnTo>
                    <a:pt x="378244" y="29083"/>
                  </a:lnTo>
                  <a:lnTo>
                    <a:pt x="381254" y="30226"/>
                  </a:lnTo>
                  <a:lnTo>
                    <a:pt x="388315" y="30226"/>
                  </a:lnTo>
                  <a:lnTo>
                    <a:pt x="391337" y="29083"/>
                  </a:lnTo>
                  <a:lnTo>
                    <a:pt x="396341" y="24257"/>
                  </a:lnTo>
                  <a:lnTo>
                    <a:pt x="397586" y="21463"/>
                  </a:lnTo>
                  <a:lnTo>
                    <a:pt x="397586" y="14732"/>
                  </a:lnTo>
                  <a:close/>
                </a:path>
                <a:path w="1435100" h="166370">
                  <a:moveTo>
                    <a:pt x="503770" y="75565"/>
                  </a:moveTo>
                  <a:lnTo>
                    <a:pt x="503148" y="67449"/>
                  </a:lnTo>
                  <a:lnTo>
                    <a:pt x="501307" y="60248"/>
                  </a:lnTo>
                  <a:lnTo>
                    <a:pt x="499541" y="56642"/>
                  </a:lnTo>
                  <a:lnTo>
                    <a:pt x="498246" y="53975"/>
                  </a:lnTo>
                  <a:lnTo>
                    <a:pt x="494385" y="49149"/>
                  </a:lnTo>
                  <a:lnTo>
                    <a:pt x="493991" y="48641"/>
                  </a:lnTo>
                  <a:lnTo>
                    <a:pt x="488670" y="44475"/>
                  </a:lnTo>
                  <a:lnTo>
                    <a:pt x="482688" y="41617"/>
                  </a:lnTo>
                  <a:lnTo>
                    <a:pt x="482904" y="41617"/>
                  </a:lnTo>
                  <a:lnTo>
                    <a:pt x="475437" y="39738"/>
                  </a:lnTo>
                  <a:lnTo>
                    <a:pt x="475691" y="39738"/>
                  </a:lnTo>
                  <a:lnTo>
                    <a:pt x="467321" y="39116"/>
                  </a:lnTo>
                  <a:lnTo>
                    <a:pt x="459079" y="39738"/>
                  </a:lnTo>
                  <a:lnTo>
                    <a:pt x="451916" y="41617"/>
                  </a:lnTo>
                  <a:lnTo>
                    <a:pt x="445808" y="44742"/>
                  </a:lnTo>
                  <a:lnTo>
                    <a:pt x="440778" y="49149"/>
                  </a:lnTo>
                  <a:lnTo>
                    <a:pt x="436714" y="40767"/>
                  </a:lnTo>
                  <a:lnTo>
                    <a:pt x="420827" y="40767"/>
                  </a:lnTo>
                  <a:lnTo>
                    <a:pt x="420827" y="130810"/>
                  </a:lnTo>
                  <a:lnTo>
                    <a:pt x="442899" y="130810"/>
                  </a:lnTo>
                  <a:lnTo>
                    <a:pt x="442899" y="65786"/>
                  </a:lnTo>
                  <a:lnTo>
                    <a:pt x="444957" y="63119"/>
                  </a:lnTo>
                  <a:lnTo>
                    <a:pt x="447827" y="60960"/>
                  </a:lnTo>
                  <a:lnTo>
                    <a:pt x="451497" y="59309"/>
                  </a:lnTo>
                  <a:lnTo>
                    <a:pt x="455180" y="57531"/>
                  </a:lnTo>
                  <a:lnTo>
                    <a:pt x="458685" y="56642"/>
                  </a:lnTo>
                  <a:lnTo>
                    <a:pt x="468845" y="56642"/>
                  </a:lnTo>
                  <a:lnTo>
                    <a:pt x="473925" y="58420"/>
                  </a:lnTo>
                  <a:lnTo>
                    <a:pt x="476973" y="61976"/>
                  </a:lnTo>
                  <a:lnTo>
                    <a:pt x="480148" y="65532"/>
                  </a:lnTo>
                  <a:lnTo>
                    <a:pt x="481672" y="71120"/>
                  </a:lnTo>
                  <a:lnTo>
                    <a:pt x="481672" y="130810"/>
                  </a:lnTo>
                  <a:lnTo>
                    <a:pt x="503770" y="130810"/>
                  </a:lnTo>
                  <a:lnTo>
                    <a:pt x="503770" y="75565"/>
                  </a:lnTo>
                  <a:close/>
                </a:path>
                <a:path w="1435100" h="166370">
                  <a:moveTo>
                    <a:pt x="603719" y="47117"/>
                  </a:moveTo>
                  <a:lnTo>
                    <a:pt x="599465" y="43434"/>
                  </a:lnTo>
                  <a:lnTo>
                    <a:pt x="588479" y="33909"/>
                  </a:lnTo>
                  <a:lnTo>
                    <a:pt x="579716" y="43434"/>
                  </a:lnTo>
                  <a:lnTo>
                    <a:pt x="576033" y="41478"/>
                  </a:lnTo>
                  <a:lnTo>
                    <a:pt x="576033" y="77851"/>
                  </a:lnTo>
                  <a:lnTo>
                    <a:pt x="574598" y="81915"/>
                  </a:lnTo>
                  <a:lnTo>
                    <a:pt x="574509" y="82169"/>
                  </a:lnTo>
                  <a:lnTo>
                    <a:pt x="568921" y="88519"/>
                  </a:lnTo>
                  <a:lnTo>
                    <a:pt x="564857" y="90043"/>
                  </a:lnTo>
                  <a:lnTo>
                    <a:pt x="554443" y="90043"/>
                  </a:lnTo>
                  <a:lnTo>
                    <a:pt x="550570" y="88519"/>
                  </a:lnTo>
                  <a:lnTo>
                    <a:pt x="550367" y="88519"/>
                  </a:lnTo>
                  <a:lnTo>
                    <a:pt x="544029" y="81915"/>
                  </a:lnTo>
                  <a:lnTo>
                    <a:pt x="542544" y="77851"/>
                  </a:lnTo>
                  <a:lnTo>
                    <a:pt x="542505" y="67564"/>
                  </a:lnTo>
                  <a:lnTo>
                    <a:pt x="544042" y="64008"/>
                  </a:lnTo>
                  <a:lnTo>
                    <a:pt x="544156" y="63754"/>
                  </a:lnTo>
                  <a:lnTo>
                    <a:pt x="550506" y="57658"/>
                  </a:lnTo>
                  <a:lnTo>
                    <a:pt x="554570" y="56134"/>
                  </a:lnTo>
                  <a:lnTo>
                    <a:pt x="564476" y="56134"/>
                  </a:lnTo>
                  <a:lnTo>
                    <a:pt x="568413" y="57658"/>
                  </a:lnTo>
                  <a:lnTo>
                    <a:pt x="574509" y="64008"/>
                  </a:lnTo>
                  <a:lnTo>
                    <a:pt x="575932" y="67564"/>
                  </a:lnTo>
                  <a:lnTo>
                    <a:pt x="576033" y="77851"/>
                  </a:lnTo>
                  <a:lnTo>
                    <a:pt x="576033" y="41478"/>
                  </a:lnTo>
                  <a:lnTo>
                    <a:pt x="574001" y="40386"/>
                  </a:lnTo>
                  <a:lnTo>
                    <a:pt x="567016" y="38862"/>
                  </a:lnTo>
                  <a:lnTo>
                    <a:pt x="558507" y="38862"/>
                  </a:lnTo>
                  <a:lnTo>
                    <a:pt x="522782" y="59042"/>
                  </a:lnTo>
                  <a:lnTo>
                    <a:pt x="520039" y="72390"/>
                  </a:lnTo>
                  <a:lnTo>
                    <a:pt x="520954" y="80340"/>
                  </a:lnTo>
                  <a:lnTo>
                    <a:pt x="521017" y="80911"/>
                  </a:lnTo>
                  <a:lnTo>
                    <a:pt x="524040" y="88519"/>
                  </a:lnTo>
                  <a:lnTo>
                    <a:pt x="529069" y="95097"/>
                  </a:lnTo>
                  <a:lnTo>
                    <a:pt x="536155" y="100584"/>
                  </a:lnTo>
                  <a:lnTo>
                    <a:pt x="532853" y="101981"/>
                  </a:lnTo>
                  <a:lnTo>
                    <a:pt x="529805" y="104013"/>
                  </a:lnTo>
                  <a:lnTo>
                    <a:pt x="524852" y="109728"/>
                  </a:lnTo>
                  <a:lnTo>
                    <a:pt x="523748" y="112268"/>
                  </a:lnTo>
                  <a:lnTo>
                    <a:pt x="523582" y="112776"/>
                  </a:lnTo>
                  <a:lnTo>
                    <a:pt x="523582" y="115697"/>
                  </a:lnTo>
                  <a:lnTo>
                    <a:pt x="524979" y="122466"/>
                  </a:lnTo>
                  <a:lnTo>
                    <a:pt x="529234" y="127304"/>
                  </a:lnTo>
                  <a:lnTo>
                    <a:pt x="536333" y="130225"/>
                  </a:lnTo>
                  <a:lnTo>
                    <a:pt x="546315" y="131191"/>
                  </a:lnTo>
                  <a:lnTo>
                    <a:pt x="548728" y="131191"/>
                  </a:lnTo>
                  <a:lnTo>
                    <a:pt x="552411" y="130937"/>
                  </a:lnTo>
                  <a:lnTo>
                    <a:pt x="557364" y="130429"/>
                  </a:lnTo>
                  <a:lnTo>
                    <a:pt x="562190" y="129794"/>
                  </a:lnTo>
                  <a:lnTo>
                    <a:pt x="565873" y="129540"/>
                  </a:lnTo>
                  <a:lnTo>
                    <a:pt x="577557" y="129540"/>
                  </a:lnTo>
                  <a:lnTo>
                    <a:pt x="582002" y="132207"/>
                  </a:lnTo>
                  <a:lnTo>
                    <a:pt x="582002" y="140716"/>
                  </a:lnTo>
                  <a:lnTo>
                    <a:pt x="579970" y="143129"/>
                  </a:lnTo>
                  <a:lnTo>
                    <a:pt x="575906" y="144907"/>
                  </a:lnTo>
                  <a:lnTo>
                    <a:pt x="571715" y="146685"/>
                  </a:lnTo>
                  <a:lnTo>
                    <a:pt x="566508" y="147574"/>
                  </a:lnTo>
                  <a:lnTo>
                    <a:pt x="560158" y="147574"/>
                  </a:lnTo>
                  <a:lnTo>
                    <a:pt x="553199" y="146964"/>
                  </a:lnTo>
                  <a:lnTo>
                    <a:pt x="546595" y="145084"/>
                  </a:lnTo>
                  <a:lnTo>
                    <a:pt x="540334" y="141960"/>
                  </a:lnTo>
                  <a:lnTo>
                    <a:pt x="534377" y="137541"/>
                  </a:lnTo>
                  <a:lnTo>
                    <a:pt x="520407" y="153924"/>
                  </a:lnTo>
                  <a:lnTo>
                    <a:pt x="529450" y="159258"/>
                  </a:lnTo>
                  <a:lnTo>
                    <a:pt x="539038" y="163068"/>
                  </a:lnTo>
                  <a:lnTo>
                    <a:pt x="549160" y="165354"/>
                  </a:lnTo>
                  <a:lnTo>
                    <a:pt x="559777" y="166116"/>
                  </a:lnTo>
                  <a:lnTo>
                    <a:pt x="568502" y="165646"/>
                  </a:lnTo>
                  <a:lnTo>
                    <a:pt x="602792" y="147574"/>
                  </a:lnTo>
                  <a:lnTo>
                    <a:pt x="603719" y="146050"/>
                  </a:lnTo>
                  <a:lnTo>
                    <a:pt x="603719" y="136906"/>
                  </a:lnTo>
                  <a:lnTo>
                    <a:pt x="602640" y="131191"/>
                  </a:lnTo>
                  <a:lnTo>
                    <a:pt x="602589" y="130937"/>
                  </a:lnTo>
                  <a:lnTo>
                    <a:pt x="602500" y="130429"/>
                  </a:lnTo>
                  <a:lnTo>
                    <a:pt x="602373" y="129794"/>
                  </a:lnTo>
                  <a:lnTo>
                    <a:pt x="602335" y="129540"/>
                  </a:lnTo>
                  <a:lnTo>
                    <a:pt x="601687" y="126149"/>
                  </a:lnTo>
                  <a:lnTo>
                    <a:pt x="595630" y="118452"/>
                  </a:lnTo>
                  <a:lnTo>
                    <a:pt x="587717" y="114808"/>
                  </a:lnTo>
                  <a:lnTo>
                    <a:pt x="585546" y="113817"/>
                  </a:lnTo>
                  <a:lnTo>
                    <a:pt x="571461" y="112268"/>
                  </a:lnTo>
                  <a:lnTo>
                    <a:pt x="568413" y="112268"/>
                  </a:lnTo>
                  <a:lnTo>
                    <a:pt x="564730" y="112776"/>
                  </a:lnTo>
                  <a:lnTo>
                    <a:pt x="559790" y="113665"/>
                  </a:lnTo>
                  <a:lnTo>
                    <a:pt x="556094" y="114427"/>
                  </a:lnTo>
                  <a:lnTo>
                    <a:pt x="553046" y="114808"/>
                  </a:lnTo>
                  <a:lnTo>
                    <a:pt x="547204" y="114808"/>
                  </a:lnTo>
                  <a:lnTo>
                    <a:pt x="545172" y="113665"/>
                  </a:lnTo>
                  <a:lnTo>
                    <a:pt x="545172" y="110236"/>
                  </a:lnTo>
                  <a:lnTo>
                    <a:pt x="546569" y="108966"/>
                  </a:lnTo>
                  <a:lnTo>
                    <a:pt x="549236" y="107696"/>
                  </a:lnTo>
                  <a:lnTo>
                    <a:pt x="553554" y="105918"/>
                  </a:lnTo>
                  <a:lnTo>
                    <a:pt x="553935" y="105918"/>
                  </a:lnTo>
                  <a:lnTo>
                    <a:pt x="557618" y="106426"/>
                  </a:lnTo>
                  <a:lnTo>
                    <a:pt x="561606" y="106807"/>
                  </a:lnTo>
                  <a:lnTo>
                    <a:pt x="563968" y="106807"/>
                  </a:lnTo>
                  <a:lnTo>
                    <a:pt x="571157" y="106235"/>
                  </a:lnTo>
                  <a:lnTo>
                    <a:pt x="572363" y="105918"/>
                  </a:lnTo>
                  <a:lnTo>
                    <a:pt x="577697" y="104521"/>
                  </a:lnTo>
                  <a:lnTo>
                    <a:pt x="583590" y="101663"/>
                  </a:lnTo>
                  <a:lnTo>
                    <a:pt x="588860" y="97663"/>
                  </a:lnTo>
                  <a:lnTo>
                    <a:pt x="593115" y="92646"/>
                  </a:lnTo>
                  <a:lnTo>
                    <a:pt x="594487" y="90043"/>
                  </a:lnTo>
                  <a:lnTo>
                    <a:pt x="596176" y="86868"/>
                  </a:lnTo>
                  <a:lnTo>
                    <a:pt x="598017" y="80340"/>
                  </a:lnTo>
                  <a:lnTo>
                    <a:pt x="598639" y="73025"/>
                  </a:lnTo>
                  <a:lnTo>
                    <a:pt x="598639" y="65913"/>
                  </a:lnTo>
                  <a:lnTo>
                    <a:pt x="596861" y="59690"/>
                  </a:lnTo>
                  <a:lnTo>
                    <a:pt x="594398" y="56134"/>
                  </a:lnTo>
                  <a:lnTo>
                    <a:pt x="593178" y="54356"/>
                  </a:lnTo>
                  <a:lnTo>
                    <a:pt x="603719" y="47117"/>
                  </a:lnTo>
                  <a:close/>
                </a:path>
                <a:path w="1435100" h="166370">
                  <a:moveTo>
                    <a:pt x="677633" y="99314"/>
                  </a:moveTo>
                  <a:lnTo>
                    <a:pt x="675855" y="93980"/>
                  </a:lnTo>
                  <a:lnTo>
                    <a:pt x="668489" y="85090"/>
                  </a:lnTo>
                  <a:lnTo>
                    <a:pt x="662520" y="81280"/>
                  </a:lnTo>
                  <a:lnTo>
                    <a:pt x="645883" y="75057"/>
                  </a:lnTo>
                  <a:lnTo>
                    <a:pt x="640549" y="72644"/>
                  </a:lnTo>
                  <a:lnTo>
                    <a:pt x="638009" y="70739"/>
                  </a:lnTo>
                  <a:lnTo>
                    <a:pt x="635469" y="68961"/>
                  </a:lnTo>
                  <a:lnTo>
                    <a:pt x="634199" y="66802"/>
                  </a:lnTo>
                  <a:lnTo>
                    <a:pt x="634199" y="58674"/>
                  </a:lnTo>
                  <a:lnTo>
                    <a:pt x="638009" y="55753"/>
                  </a:lnTo>
                  <a:lnTo>
                    <a:pt x="654392" y="55753"/>
                  </a:lnTo>
                  <a:lnTo>
                    <a:pt x="661123" y="57785"/>
                  </a:lnTo>
                  <a:lnTo>
                    <a:pt x="665949" y="61722"/>
                  </a:lnTo>
                  <a:lnTo>
                    <a:pt x="668159" y="56007"/>
                  </a:lnTo>
                  <a:lnTo>
                    <a:pt x="668261" y="55753"/>
                  </a:lnTo>
                  <a:lnTo>
                    <a:pt x="672299" y="45339"/>
                  </a:lnTo>
                  <a:lnTo>
                    <a:pt x="665645" y="42608"/>
                  </a:lnTo>
                  <a:lnTo>
                    <a:pt x="658812" y="40665"/>
                  </a:lnTo>
                  <a:lnTo>
                    <a:pt x="651776" y="39509"/>
                  </a:lnTo>
                  <a:lnTo>
                    <a:pt x="644486" y="39116"/>
                  </a:lnTo>
                  <a:lnTo>
                    <a:pt x="634834" y="39116"/>
                  </a:lnTo>
                  <a:lnTo>
                    <a:pt x="626833" y="41275"/>
                  </a:lnTo>
                  <a:lnTo>
                    <a:pt x="614387" y="49911"/>
                  </a:lnTo>
                  <a:lnTo>
                    <a:pt x="611212" y="56007"/>
                  </a:lnTo>
                  <a:lnTo>
                    <a:pt x="611212" y="63754"/>
                  </a:lnTo>
                  <a:lnTo>
                    <a:pt x="643216" y="93853"/>
                  </a:lnTo>
                  <a:lnTo>
                    <a:pt x="648169" y="96393"/>
                  </a:lnTo>
                  <a:lnTo>
                    <a:pt x="650836" y="98552"/>
                  </a:lnTo>
                  <a:lnTo>
                    <a:pt x="653376" y="100838"/>
                  </a:lnTo>
                  <a:lnTo>
                    <a:pt x="654646" y="103632"/>
                  </a:lnTo>
                  <a:lnTo>
                    <a:pt x="654646" y="112903"/>
                  </a:lnTo>
                  <a:lnTo>
                    <a:pt x="650328" y="115697"/>
                  </a:lnTo>
                  <a:lnTo>
                    <a:pt x="633437" y="115697"/>
                  </a:lnTo>
                  <a:lnTo>
                    <a:pt x="626071" y="113284"/>
                  </a:lnTo>
                  <a:lnTo>
                    <a:pt x="619467" y="108331"/>
                  </a:lnTo>
                  <a:lnTo>
                    <a:pt x="611593" y="124968"/>
                  </a:lnTo>
                  <a:lnTo>
                    <a:pt x="617562" y="128016"/>
                  </a:lnTo>
                  <a:lnTo>
                    <a:pt x="622388" y="130048"/>
                  </a:lnTo>
                  <a:lnTo>
                    <a:pt x="626198" y="131064"/>
                  </a:lnTo>
                  <a:lnTo>
                    <a:pt x="630250" y="132016"/>
                  </a:lnTo>
                  <a:lnTo>
                    <a:pt x="630580" y="132016"/>
                  </a:lnTo>
                  <a:lnTo>
                    <a:pt x="635088" y="132461"/>
                  </a:lnTo>
                  <a:lnTo>
                    <a:pt x="641311" y="132461"/>
                  </a:lnTo>
                  <a:lnTo>
                    <a:pt x="649262" y="132016"/>
                  </a:lnTo>
                  <a:lnTo>
                    <a:pt x="676744" y="115697"/>
                  </a:lnTo>
                  <a:lnTo>
                    <a:pt x="677633" y="113919"/>
                  </a:lnTo>
                  <a:lnTo>
                    <a:pt x="677633" y="99314"/>
                  </a:lnTo>
                  <a:close/>
                </a:path>
                <a:path w="1435100" h="166370">
                  <a:moveTo>
                    <a:pt x="730338" y="115570"/>
                  </a:moveTo>
                  <a:lnTo>
                    <a:pt x="728814" y="112014"/>
                  </a:lnTo>
                  <a:lnTo>
                    <a:pt x="725766" y="109093"/>
                  </a:lnTo>
                  <a:lnTo>
                    <a:pt x="722591" y="106172"/>
                  </a:lnTo>
                  <a:lnTo>
                    <a:pt x="718908" y="104648"/>
                  </a:lnTo>
                  <a:lnTo>
                    <a:pt x="710018" y="104648"/>
                  </a:lnTo>
                  <a:lnTo>
                    <a:pt x="706335" y="106172"/>
                  </a:lnTo>
                  <a:lnTo>
                    <a:pt x="703160" y="109093"/>
                  </a:lnTo>
                  <a:lnTo>
                    <a:pt x="700112" y="112014"/>
                  </a:lnTo>
                  <a:lnTo>
                    <a:pt x="698588" y="115570"/>
                  </a:lnTo>
                  <a:lnTo>
                    <a:pt x="698588" y="123952"/>
                  </a:lnTo>
                  <a:lnTo>
                    <a:pt x="700112" y="127635"/>
                  </a:lnTo>
                  <a:lnTo>
                    <a:pt x="703160" y="130556"/>
                  </a:lnTo>
                  <a:lnTo>
                    <a:pt x="706335" y="133477"/>
                  </a:lnTo>
                  <a:lnTo>
                    <a:pt x="710018" y="135001"/>
                  </a:lnTo>
                  <a:lnTo>
                    <a:pt x="718908" y="135001"/>
                  </a:lnTo>
                  <a:lnTo>
                    <a:pt x="722591" y="133477"/>
                  </a:lnTo>
                  <a:lnTo>
                    <a:pt x="725766" y="130556"/>
                  </a:lnTo>
                  <a:lnTo>
                    <a:pt x="728814" y="127635"/>
                  </a:lnTo>
                  <a:lnTo>
                    <a:pt x="730338" y="123952"/>
                  </a:lnTo>
                  <a:lnTo>
                    <a:pt x="730338" y="115570"/>
                  </a:lnTo>
                  <a:close/>
                </a:path>
                <a:path w="1435100" h="166370">
                  <a:moveTo>
                    <a:pt x="730338" y="47498"/>
                  </a:moveTo>
                  <a:lnTo>
                    <a:pt x="728814" y="43942"/>
                  </a:lnTo>
                  <a:lnTo>
                    <a:pt x="722591" y="37973"/>
                  </a:lnTo>
                  <a:lnTo>
                    <a:pt x="718908" y="36576"/>
                  </a:lnTo>
                  <a:lnTo>
                    <a:pt x="710018" y="36576"/>
                  </a:lnTo>
                  <a:lnTo>
                    <a:pt x="706335" y="37973"/>
                  </a:lnTo>
                  <a:lnTo>
                    <a:pt x="700112" y="43942"/>
                  </a:lnTo>
                  <a:lnTo>
                    <a:pt x="698588" y="47498"/>
                  </a:lnTo>
                  <a:lnTo>
                    <a:pt x="698588" y="55880"/>
                  </a:lnTo>
                  <a:lnTo>
                    <a:pt x="700112" y="59436"/>
                  </a:lnTo>
                  <a:lnTo>
                    <a:pt x="703160" y="62484"/>
                  </a:lnTo>
                  <a:lnTo>
                    <a:pt x="706335" y="65405"/>
                  </a:lnTo>
                  <a:lnTo>
                    <a:pt x="710018" y="66929"/>
                  </a:lnTo>
                  <a:lnTo>
                    <a:pt x="718908" y="66929"/>
                  </a:lnTo>
                  <a:lnTo>
                    <a:pt x="722591" y="65405"/>
                  </a:lnTo>
                  <a:lnTo>
                    <a:pt x="725766" y="62484"/>
                  </a:lnTo>
                  <a:lnTo>
                    <a:pt x="728814" y="59436"/>
                  </a:lnTo>
                  <a:lnTo>
                    <a:pt x="730338" y="55880"/>
                  </a:lnTo>
                  <a:lnTo>
                    <a:pt x="730338" y="47498"/>
                  </a:lnTo>
                  <a:close/>
                </a:path>
                <a:path w="1435100" h="166370">
                  <a:moveTo>
                    <a:pt x="906614" y="130810"/>
                  </a:moveTo>
                  <a:lnTo>
                    <a:pt x="863790" y="81026"/>
                  </a:lnTo>
                  <a:lnTo>
                    <a:pt x="859751" y="76327"/>
                  </a:lnTo>
                  <a:lnTo>
                    <a:pt x="868133" y="73406"/>
                  </a:lnTo>
                  <a:lnTo>
                    <a:pt x="874864" y="68834"/>
                  </a:lnTo>
                  <a:lnTo>
                    <a:pt x="876134" y="67183"/>
                  </a:lnTo>
                  <a:lnTo>
                    <a:pt x="879690" y="62611"/>
                  </a:lnTo>
                  <a:lnTo>
                    <a:pt x="884643" y="56388"/>
                  </a:lnTo>
                  <a:lnTo>
                    <a:pt x="886968" y="49022"/>
                  </a:lnTo>
                  <a:lnTo>
                    <a:pt x="887056" y="33020"/>
                  </a:lnTo>
                  <a:lnTo>
                    <a:pt x="885659" y="27559"/>
                  </a:lnTo>
                  <a:lnTo>
                    <a:pt x="881087" y="19939"/>
                  </a:lnTo>
                  <a:lnTo>
                    <a:pt x="880325" y="18669"/>
                  </a:lnTo>
                  <a:lnTo>
                    <a:pt x="876769" y="14986"/>
                  </a:lnTo>
                  <a:lnTo>
                    <a:pt x="872070" y="12192"/>
                  </a:lnTo>
                  <a:lnTo>
                    <a:pt x="868768" y="10185"/>
                  </a:lnTo>
                  <a:lnTo>
                    <a:pt x="868768" y="37211"/>
                  </a:lnTo>
                  <a:lnTo>
                    <a:pt x="868768" y="45212"/>
                  </a:lnTo>
                  <a:lnTo>
                    <a:pt x="868172" y="48768"/>
                  </a:lnTo>
                  <a:lnTo>
                    <a:pt x="842594" y="67183"/>
                  </a:lnTo>
                  <a:lnTo>
                    <a:pt x="822274" y="67183"/>
                  </a:lnTo>
                  <a:lnTo>
                    <a:pt x="822274" y="19939"/>
                  </a:lnTo>
                  <a:lnTo>
                    <a:pt x="844384" y="19939"/>
                  </a:lnTo>
                  <a:lnTo>
                    <a:pt x="868768" y="37211"/>
                  </a:lnTo>
                  <a:lnTo>
                    <a:pt x="868768" y="10185"/>
                  </a:lnTo>
                  <a:lnTo>
                    <a:pt x="846150" y="5588"/>
                  </a:lnTo>
                  <a:lnTo>
                    <a:pt x="804760" y="5588"/>
                  </a:lnTo>
                  <a:lnTo>
                    <a:pt x="804760" y="130810"/>
                  </a:lnTo>
                  <a:lnTo>
                    <a:pt x="822274" y="130810"/>
                  </a:lnTo>
                  <a:lnTo>
                    <a:pt x="822274" y="81026"/>
                  </a:lnTo>
                  <a:lnTo>
                    <a:pt x="842225" y="81026"/>
                  </a:lnTo>
                  <a:lnTo>
                    <a:pt x="883881" y="130810"/>
                  </a:lnTo>
                  <a:lnTo>
                    <a:pt x="906614" y="130810"/>
                  </a:lnTo>
                  <a:close/>
                </a:path>
                <a:path w="1435100" h="166370">
                  <a:moveTo>
                    <a:pt x="987767" y="60706"/>
                  </a:moveTo>
                  <a:lnTo>
                    <a:pt x="986878" y="55753"/>
                  </a:lnTo>
                  <a:lnTo>
                    <a:pt x="985316" y="51816"/>
                  </a:lnTo>
                  <a:lnTo>
                    <a:pt x="983996" y="48768"/>
                  </a:lnTo>
                  <a:lnTo>
                    <a:pt x="983894" y="48514"/>
                  </a:lnTo>
                  <a:lnTo>
                    <a:pt x="954239" y="34671"/>
                  </a:lnTo>
                  <a:lnTo>
                    <a:pt x="941920" y="34671"/>
                  </a:lnTo>
                  <a:lnTo>
                    <a:pt x="916901" y="38989"/>
                  </a:lnTo>
                  <a:lnTo>
                    <a:pt x="917409" y="38989"/>
                  </a:lnTo>
                  <a:lnTo>
                    <a:pt x="917409" y="54991"/>
                  </a:lnTo>
                  <a:lnTo>
                    <a:pt x="918298" y="54991"/>
                  </a:lnTo>
                  <a:lnTo>
                    <a:pt x="923188" y="52959"/>
                  </a:lnTo>
                  <a:lnTo>
                    <a:pt x="923061" y="52959"/>
                  </a:lnTo>
                  <a:lnTo>
                    <a:pt x="928712" y="51308"/>
                  </a:lnTo>
                  <a:lnTo>
                    <a:pt x="933919" y="50165"/>
                  </a:lnTo>
                  <a:lnTo>
                    <a:pt x="938999" y="49149"/>
                  </a:lnTo>
                  <a:lnTo>
                    <a:pt x="943571" y="48514"/>
                  </a:lnTo>
                  <a:lnTo>
                    <a:pt x="950556" y="48514"/>
                  </a:lnTo>
                  <a:lnTo>
                    <a:pt x="964653" y="51816"/>
                  </a:lnTo>
                  <a:lnTo>
                    <a:pt x="966685" y="52959"/>
                  </a:lnTo>
                  <a:lnTo>
                    <a:pt x="968336" y="54737"/>
                  </a:lnTo>
                  <a:lnTo>
                    <a:pt x="969479" y="57023"/>
                  </a:lnTo>
                  <a:lnTo>
                    <a:pt x="970749" y="59309"/>
                  </a:lnTo>
                  <a:lnTo>
                    <a:pt x="971257" y="62230"/>
                  </a:lnTo>
                  <a:lnTo>
                    <a:pt x="971257" y="68961"/>
                  </a:lnTo>
                  <a:lnTo>
                    <a:pt x="971257" y="81661"/>
                  </a:lnTo>
                  <a:lnTo>
                    <a:pt x="971257" y="107696"/>
                  </a:lnTo>
                  <a:lnTo>
                    <a:pt x="967574" y="110871"/>
                  </a:lnTo>
                  <a:lnTo>
                    <a:pt x="963637" y="113411"/>
                  </a:lnTo>
                  <a:lnTo>
                    <a:pt x="959446" y="115570"/>
                  </a:lnTo>
                  <a:lnTo>
                    <a:pt x="955128" y="117729"/>
                  </a:lnTo>
                  <a:lnTo>
                    <a:pt x="950429" y="118872"/>
                  </a:lnTo>
                  <a:lnTo>
                    <a:pt x="938999" y="118872"/>
                  </a:lnTo>
                  <a:lnTo>
                    <a:pt x="934427" y="117475"/>
                  </a:lnTo>
                  <a:lnTo>
                    <a:pt x="931252" y="114808"/>
                  </a:lnTo>
                  <a:lnTo>
                    <a:pt x="928077" y="112014"/>
                  </a:lnTo>
                  <a:lnTo>
                    <a:pt x="926426" y="107950"/>
                  </a:lnTo>
                  <a:lnTo>
                    <a:pt x="926426" y="97790"/>
                  </a:lnTo>
                  <a:lnTo>
                    <a:pt x="956398" y="83058"/>
                  </a:lnTo>
                  <a:lnTo>
                    <a:pt x="967320" y="81915"/>
                  </a:lnTo>
                  <a:lnTo>
                    <a:pt x="971257" y="81661"/>
                  </a:lnTo>
                  <a:lnTo>
                    <a:pt x="971257" y="68961"/>
                  </a:lnTo>
                  <a:lnTo>
                    <a:pt x="962621" y="69469"/>
                  </a:lnTo>
                  <a:lnTo>
                    <a:pt x="954493" y="70104"/>
                  </a:lnTo>
                  <a:lnTo>
                    <a:pt x="946873" y="71120"/>
                  </a:lnTo>
                  <a:lnTo>
                    <a:pt x="939380" y="72009"/>
                  </a:lnTo>
                  <a:lnTo>
                    <a:pt x="909281" y="97028"/>
                  </a:lnTo>
                  <a:lnTo>
                    <a:pt x="909307" y="107950"/>
                  </a:lnTo>
                  <a:lnTo>
                    <a:pt x="927696" y="131191"/>
                  </a:lnTo>
                  <a:lnTo>
                    <a:pt x="931379" y="132715"/>
                  </a:lnTo>
                  <a:lnTo>
                    <a:pt x="935189" y="133477"/>
                  </a:lnTo>
                  <a:lnTo>
                    <a:pt x="944206" y="133477"/>
                  </a:lnTo>
                  <a:lnTo>
                    <a:pt x="968082" y="123063"/>
                  </a:lnTo>
                  <a:lnTo>
                    <a:pt x="969987" y="121793"/>
                  </a:lnTo>
                  <a:lnTo>
                    <a:pt x="971257" y="120777"/>
                  </a:lnTo>
                  <a:lnTo>
                    <a:pt x="971257" y="130810"/>
                  </a:lnTo>
                  <a:lnTo>
                    <a:pt x="987767" y="130810"/>
                  </a:lnTo>
                  <a:lnTo>
                    <a:pt x="987767" y="120777"/>
                  </a:lnTo>
                  <a:lnTo>
                    <a:pt x="987767" y="118872"/>
                  </a:lnTo>
                  <a:lnTo>
                    <a:pt x="987767" y="81661"/>
                  </a:lnTo>
                  <a:lnTo>
                    <a:pt x="987767" y="60706"/>
                  </a:lnTo>
                  <a:close/>
                </a:path>
                <a:path w="1435100" h="166370">
                  <a:moveTo>
                    <a:pt x="1086700" y="130810"/>
                  </a:moveTo>
                  <a:lnTo>
                    <a:pt x="1086637" y="68961"/>
                  </a:lnTo>
                  <a:lnTo>
                    <a:pt x="1065364" y="34290"/>
                  </a:lnTo>
                  <a:lnTo>
                    <a:pt x="1050378" y="34290"/>
                  </a:lnTo>
                  <a:lnTo>
                    <a:pt x="1025740" y="47371"/>
                  </a:lnTo>
                  <a:lnTo>
                    <a:pt x="1025740" y="36830"/>
                  </a:lnTo>
                  <a:lnTo>
                    <a:pt x="1009230" y="36830"/>
                  </a:lnTo>
                  <a:lnTo>
                    <a:pt x="1009230" y="130810"/>
                  </a:lnTo>
                  <a:lnTo>
                    <a:pt x="1025740" y="130810"/>
                  </a:lnTo>
                  <a:lnTo>
                    <a:pt x="1025740" y="60706"/>
                  </a:lnTo>
                  <a:lnTo>
                    <a:pt x="1029931" y="57277"/>
                  </a:lnTo>
                  <a:lnTo>
                    <a:pt x="1034249" y="54610"/>
                  </a:lnTo>
                  <a:lnTo>
                    <a:pt x="1038567" y="52451"/>
                  </a:lnTo>
                  <a:lnTo>
                    <a:pt x="1043012" y="50419"/>
                  </a:lnTo>
                  <a:lnTo>
                    <a:pt x="1047203" y="49276"/>
                  </a:lnTo>
                  <a:lnTo>
                    <a:pt x="1055585" y="49276"/>
                  </a:lnTo>
                  <a:lnTo>
                    <a:pt x="1069428" y="65278"/>
                  </a:lnTo>
                  <a:lnTo>
                    <a:pt x="1069936" y="68961"/>
                  </a:lnTo>
                  <a:lnTo>
                    <a:pt x="1069962" y="69850"/>
                  </a:lnTo>
                  <a:lnTo>
                    <a:pt x="1070063" y="130810"/>
                  </a:lnTo>
                  <a:lnTo>
                    <a:pt x="1086700" y="130810"/>
                  </a:lnTo>
                  <a:close/>
                </a:path>
                <a:path w="1435100" h="166370">
                  <a:moveTo>
                    <a:pt x="1187157" y="0"/>
                  </a:moveTo>
                  <a:lnTo>
                    <a:pt x="1170647" y="0"/>
                  </a:lnTo>
                  <a:lnTo>
                    <a:pt x="1170647" y="40640"/>
                  </a:lnTo>
                  <a:lnTo>
                    <a:pt x="1170647" y="53848"/>
                  </a:lnTo>
                  <a:lnTo>
                    <a:pt x="1170647" y="107950"/>
                  </a:lnTo>
                  <a:lnTo>
                    <a:pt x="1166710" y="111125"/>
                  </a:lnTo>
                  <a:lnTo>
                    <a:pt x="1162519" y="113665"/>
                  </a:lnTo>
                  <a:lnTo>
                    <a:pt x="1158201" y="115570"/>
                  </a:lnTo>
                  <a:lnTo>
                    <a:pt x="1153756" y="117475"/>
                  </a:lnTo>
                  <a:lnTo>
                    <a:pt x="1149311" y="118364"/>
                  </a:lnTo>
                  <a:lnTo>
                    <a:pt x="1136865" y="118364"/>
                  </a:lnTo>
                  <a:lnTo>
                    <a:pt x="1131150" y="115570"/>
                  </a:lnTo>
                  <a:lnTo>
                    <a:pt x="1130973" y="115570"/>
                  </a:lnTo>
                  <a:lnTo>
                    <a:pt x="1121625" y="84201"/>
                  </a:lnTo>
                  <a:lnTo>
                    <a:pt x="1122057" y="76327"/>
                  </a:lnTo>
                  <a:lnTo>
                    <a:pt x="1122070" y="76136"/>
                  </a:lnTo>
                  <a:lnTo>
                    <a:pt x="1123403" y="69215"/>
                  </a:lnTo>
                  <a:lnTo>
                    <a:pt x="1123429" y="69062"/>
                  </a:lnTo>
                  <a:lnTo>
                    <a:pt x="1140421" y="48768"/>
                  </a:lnTo>
                  <a:lnTo>
                    <a:pt x="1152740" y="48768"/>
                  </a:lnTo>
                  <a:lnTo>
                    <a:pt x="1170647" y="53848"/>
                  </a:lnTo>
                  <a:lnTo>
                    <a:pt x="1170647" y="40640"/>
                  </a:lnTo>
                  <a:lnTo>
                    <a:pt x="1166583" y="38481"/>
                  </a:lnTo>
                  <a:lnTo>
                    <a:pt x="1162646" y="36830"/>
                  </a:lnTo>
                  <a:lnTo>
                    <a:pt x="1155407" y="34798"/>
                  </a:lnTo>
                  <a:lnTo>
                    <a:pt x="1151089" y="34290"/>
                  </a:lnTo>
                  <a:lnTo>
                    <a:pt x="1140548" y="34290"/>
                  </a:lnTo>
                  <a:lnTo>
                    <a:pt x="1110068" y="57150"/>
                  </a:lnTo>
                  <a:lnTo>
                    <a:pt x="1104480" y="92456"/>
                  </a:lnTo>
                  <a:lnTo>
                    <a:pt x="1105293" y="98856"/>
                  </a:lnTo>
                  <a:lnTo>
                    <a:pt x="1126197" y="130175"/>
                  </a:lnTo>
                  <a:lnTo>
                    <a:pt x="1130769" y="132334"/>
                  </a:lnTo>
                  <a:lnTo>
                    <a:pt x="1135722" y="133477"/>
                  </a:lnTo>
                  <a:lnTo>
                    <a:pt x="1144485" y="133477"/>
                  </a:lnTo>
                  <a:lnTo>
                    <a:pt x="1170647" y="121285"/>
                  </a:lnTo>
                  <a:lnTo>
                    <a:pt x="1170647" y="130810"/>
                  </a:lnTo>
                  <a:lnTo>
                    <a:pt x="1187157" y="130810"/>
                  </a:lnTo>
                  <a:lnTo>
                    <a:pt x="1187157" y="121285"/>
                  </a:lnTo>
                  <a:lnTo>
                    <a:pt x="1187157" y="118364"/>
                  </a:lnTo>
                  <a:lnTo>
                    <a:pt x="1187157" y="48768"/>
                  </a:lnTo>
                  <a:lnTo>
                    <a:pt x="1187157" y="40640"/>
                  </a:lnTo>
                  <a:lnTo>
                    <a:pt x="1187157" y="0"/>
                  </a:lnTo>
                  <a:close/>
                </a:path>
                <a:path w="1435100" h="166370">
                  <a:moveTo>
                    <a:pt x="1291424" y="83947"/>
                  </a:moveTo>
                  <a:lnTo>
                    <a:pt x="1290675" y="72809"/>
                  </a:lnTo>
                  <a:lnTo>
                    <a:pt x="1288465" y="62992"/>
                  </a:lnTo>
                  <a:lnTo>
                    <a:pt x="1284770" y="54521"/>
                  </a:lnTo>
                  <a:lnTo>
                    <a:pt x="1279944" y="47879"/>
                  </a:lnTo>
                  <a:lnTo>
                    <a:pt x="1279575" y="47371"/>
                  </a:lnTo>
                  <a:lnTo>
                    <a:pt x="1274406" y="42837"/>
                  </a:lnTo>
                  <a:lnTo>
                    <a:pt x="1274406" y="83947"/>
                  </a:lnTo>
                  <a:lnTo>
                    <a:pt x="1273962" y="92214"/>
                  </a:lnTo>
                  <a:lnTo>
                    <a:pt x="1273949" y="92354"/>
                  </a:lnTo>
                  <a:lnTo>
                    <a:pt x="1272641" y="99428"/>
                  </a:lnTo>
                  <a:lnTo>
                    <a:pt x="1272603" y="99656"/>
                  </a:lnTo>
                  <a:lnTo>
                    <a:pt x="1270469" y="105575"/>
                  </a:lnTo>
                  <a:lnTo>
                    <a:pt x="1270381" y="105829"/>
                  </a:lnTo>
                  <a:lnTo>
                    <a:pt x="1267294" y="110871"/>
                  </a:lnTo>
                  <a:lnTo>
                    <a:pt x="1262595" y="116840"/>
                  </a:lnTo>
                  <a:lnTo>
                    <a:pt x="1255991" y="119761"/>
                  </a:lnTo>
                  <a:lnTo>
                    <a:pt x="1238846" y="119761"/>
                  </a:lnTo>
                  <a:lnTo>
                    <a:pt x="1232509" y="116840"/>
                  </a:lnTo>
                  <a:lnTo>
                    <a:pt x="1232331" y="116840"/>
                  </a:lnTo>
                  <a:lnTo>
                    <a:pt x="1220431" y="83947"/>
                  </a:lnTo>
                  <a:lnTo>
                    <a:pt x="1220876" y="75399"/>
                  </a:lnTo>
                  <a:lnTo>
                    <a:pt x="1238846" y="47879"/>
                  </a:lnTo>
                  <a:lnTo>
                    <a:pt x="1256118" y="47879"/>
                  </a:lnTo>
                  <a:lnTo>
                    <a:pt x="1274406" y="83947"/>
                  </a:lnTo>
                  <a:lnTo>
                    <a:pt x="1274406" y="42837"/>
                  </a:lnTo>
                  <a:lnTo>
                    <a:pt x="1273035" y="41630"/>
                  </a:lnTo>
                  <a:lnTo>
                    <a:pt x="1265504" y="37553"/>
                  </a:lnTo>
                  <a:lnTo>
                    <a:pt x="1256982" y="35102"/>
                  </a:lnTo>
                  <a:lnTo>
                    <a:pt x="1247482" y="34290"/>
                  </a:lnTo>
                  <a:lnTo>
                    <a:pt x="1238046" y="35102"/>
                  </a:lnTo>
                  <a:lnTo>
                    <a:pt x="1206398" y="62992"/>
                  </a:lnTo>
                  <a:lnTo>
                    <a:pt x="1203413" y="83947"/>
                  </a:lnTo>
                  <a:lnTo>
                    <a:pt x="1204137" y="94792"/>
                  </a:lnTo>
                  <a:lnTo>
                    <a:pt x="1229271" y="130238"/>
                  </a:lnTo>
                  <a:lnTo>
                    <a:pt x="1229423" y="130238"/>
                  </a:lnTo>
                  <a:lnTo>
                    <a:pt x="1237818" y="132676"/>
                  </a:lnTo>
                  <a:lnTo>
                    <a:pt x="1238021" y="132676"/>
                  </a:lnTo>
                  <a:lnTo>
                    <a:pt x="1247482" y="133477"/>
                  </a:lnTo>
                  <a:lnTo>
                    <a:pt x="1256982" y="132676"/>
                  </a:lnTo>
                  <a:lnTo>
                    <a:pt x="1288453" y="104902"/>
                  </a:lnTo>
                  <a:lnTo>
                    <a:pt x="1290675" y="95097"/>
                  </a:lnTo>
                  <a:lnTo>
                    <a:pt x="1291424" y="83947"/>
                  </a:lnTo>
                  <a:close/>
                </a:path>
                <a:path w="1435100" h="166370">
                  <a:moveTo>
                    <a:pt x="1434934" y="62611"/>
                  </a:moveTo>
                  <a:lnTo>
                    <a:pt x="1434274" y="57912"/>
                  </a:lnTo>
                  <a:lnTo>
                    <a:pt x="1434172" y="57150"/>
                  </a:lnTo>
                  <a:lnTo>
                    <a:pt x="1432775" y="52959"/>
                  </a:lnTo>
                  <a:lnTo>
                    <a:pt x="1431467" y="49276"/>
                  </a:lnTo>
                  <a:lnTo>
                    <a:pt x="1431251" y="48641"/>
                  </a:lnTo>
                  <a:lnTo>
                    <a:pt x="1429283" y="45212"/>
                  </a:lnTo>
                  <a:lnTo>
                    <a:pt x="1428851" y="44704"/>
                  </a:lnTo>
                  <a:lnTo>
                    <a:pt x="1426552" y="42291"/>
                  </a:lnTo>
                  <a:lnTo>
                    <a:pt x="1424012" y="39497"/>
                  </a:lnTo>
                  <a:lnTo>
                    <a:pt x="1420964" y="37465"/>
                  </a:lnTo>
                  <a:lnTo>
                    <a:pt x="1417535" y="36195"/>
                  </a:lnTo>
                  <a:lnTo>
                    <a:pt x="1413979" y="34925"/>
                  </a:lnTo>
                  <a:lnTo>
                    <a:pt x="1410169" y="34290"/>
                  </a:lnTo>
                  <a:lnTo>
                    <a:pt x="1400390" y="34290"/>
                  </a:lnTo>
                  <a:lnTo>
                    <a:pt x="1375752" y="50546"/>
                  </a:lnTo>
                  <a:lnTo>
                    <a:pt x="1375219" y="49276"/>
                  </a:lnTo>
                  <a:lnTo>
                    <a:pt x="1374432" y="47371"/>
                  </a:lnTo>
                  <a:lnTo>
                    <a:pt x="1373339" y="44704"/>
                  </a:lnTo>
                  <a:lnTo>
                    <a:pt x="1369910" y="40640"/>
                  </a:lnTo>
                  <a:lnTo>
                    <a:pt x="1361236" y="35687"/>
                  </a:lnTo>
                  <a:lnTo>
                    <a:pt x="1361528" y="35687"/>
                  </a:lnTo>
                  <a:lnTo>
                    <a:pt x="1355813" y="34290"/>
                  </a:lnTo>
                  <a:lnTo>
                    <a:pt x="1344891" y="34290"/>
                  </a:lnTo>
                  <a:lnTo>
                    <a:pt x="1340192" y="35433"/>
                  </a:lnTo>
                  <a:lnTo>
                    <a:pt x="1331556" y="40005"/>
                  </a:lnTo>
                  <a:lnTo>
                    <a:pt x="1327365" y="43180"/>
                  </a:lnTo>
                  <a:lnTo>
                    <a:pt x="1322920" y="47371"/>
                  </a:lnTo>
                  <a:lnTo>
                    <a:pt x="1322920" y="36830"/>
                  </a:lnTo>
                  <a:lnTo>
                    <a:pt x="1306410" y="36830"/>
                  </a:lnTo>
                  <a:lnTo>
                    <a:pt x="1306410" y="130810"/>
                  </a:lnTo>
                  <a:lnTo>
                    <a:pt x="1322920" y="130810"/>
                  </a:lnTo>
                  <a:lnTo>
                    <a:pt x="1322920" y="60833"/>
                  </a:lnTo>
                  <a:lnTo>
                    <a:pt x="1322768" y="60833"/>
                  </a:lnTo>
                  <a:lnTo>
                    <a:pt x="1326603" y="57404"/>
                  </a:lnTo>
                  <a:lnTo>
                    <a:pt x="1330540" y="54610"/>
                  </a:lnTo>
                  <a:lnTo>
                    <a:pt x="1334477" y="52578"/>
                  </a:lnTo>
                  <a:lnTo>
                    <a:pt x="1338173" y="50546"/>
                  </a:lnTo>
                  <a:lnTo>
                    <a:pt x="1337995" y="50546"/>
                  </a:lnTo>
                  <a:lnTo>
                    <a:pt x="1342097" y="49276"/>
                  </a:lnTo>
                  <a:lnTo>
                    <a:pt x="1349463" y="49276"/>
                  </a:lnTo>
                  <a:lnTo>
                    <a:pt x="1362290" y="130810"/>
                  </a:lnTo>
                  <a:lnTo>
                    <a:pt x="1378927" y="130810"/>
                  </a:lnTo>
                  <a:lnTo>
                    <a:pt x="1378800" y="64389"/>
                  </a:lnTo>
                  <a:lnTo>
                    <a:pt x="1378673" y="62992"/>
                  </a:lnTo>
                  <a:lnTo>
                    <a:pt x="1378546" y="60960"/>
                  </a:lnTo>
                  <a:lnTo>
                    <a:pt x="1382737" y="57150"/>
                  </a:lnTo>
                  <a:lnTo>
                    <a:pt x="1386801" y="54356"/>
                  </a:lnTo>
                  <a:lnTo>
                    <a:pt x="1394180" y="50546"/>
                  </a:lnTo>
                  <a:lnTo>
                    <a:pt x="1393786" y="50546"/>
                  </a:lnTo>
                  <a:lnTo>
                    <a:pt x="1398231" y="49276"/>
                  </a:lnTo>
                  <a:lnTo>
                    <a:pt x="1405470" y="49276"/>
                  </a:lnTo>
                  <a:lnTo>
                    <a:pt x="1418297" y="130810"/>
                  </a:lnTo>
                  <a:lnTo>
                    <a:pt x="1434934" y="130810"/>
                  </a:lnTo>
                  <a:lnTo>
                    <a:pt x="1434934" y="62611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7623" y="3851402"/>
              <a:ext cx="1191640" cy="13347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69842" y="3851402"/>
              <a:ext cx="1366012" cy="16636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5306" y="4103624"/>
              <a:ext cx="3832732" cy="16624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018" y="4354322"/>
              <a:ext cx="2660700" cy="16548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7161" y="4728337"/>
              <a:ext cx="937691" cy="16395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831467" y="4731766"/>
              <a:ext cx="349250" cy="128270"/>
            </a:xfrm>
            <a:custGeom>
              <a:avLst/>
              <a:gdLst/>
              <a:ahLst/>
              <a:cxnLst/>
              <a:rect l="l" t="t" r="r" b="b"/>
              <a:pathLst>
                <a:path w="349250" h="128270">
                  <a:moveTo>
                    <a:pt x="29971" y="0"/>
                  </a:moveTo>
                  <a:lnTo>
                    <a:pt x="0" y="0"/>
                  </a:lnTo>
                  <a:lnTo>
                    <a:pt x="0" y="125221"/>
                  </a:lnTo>
                  <a:lnTo>
                    <a:pt x="35609" y="125221"/>
                  </a:lnTo>
                  <a:lnTo>
                    <a:pt x="44799" y="124729"/>
                  </a:lnTo>
                  <a:lnTo>
                    <a:pt x="82641" y="110978"/>
                  </a:lnTo>
                  <a:lnTo>
                    <a:pt x="17525" y="110978"/>
                  </a:lnTo>
                  <a:lnTo>
                    <a:pt x="17525" y="14350"/>
                  </a:lnTo>
                  <a:lnTo>
                    <a:pt x="83141" y="14350"/>
                  </a:lnTo>
                  <a:lnTo>
                    <a:pt x="76962" y="9905"/>
                  </a:lnTo>
                  <a:lnTo>
                    <a:pt x="38713" y="166"/>
                  </a:lnTo>
                  <a:lnTo>
                    <a:pt x="29971" y="0"/>
                  </a:lnTo>
                  <a:close/>
                </a:path>
                <a:path w="349250" h="128270">
                  <a:moveTo>
                    <a:pt x="83104" y="14350"/>
                  </a:moveTo>
                  <a:lnTo>
                    <a:pt x="38734" y="14350"/>
                  </a:lnTo>
                  <a:lnTo>
                    <a:pt x="45338" y="14858"/>
                  </a:lnTo>
                  <a:lnTo>
                    <a:pt x="50545" y="16128"/>
                  </a:lnTo>
                  <a:lnTo>
                    <a:pt x="80390" y="37845"/>
                  </a:lnTo>
                  <a:lnTo>
                    <a:pt x="83819" y="44576"/>
                  </a:lnTo>
                  <a:lnTo>
                    <a:pt x="85470" y="52831"/>
                  </a:lnTo>
                  <a:lnTo>
                    <a:pt x="85470" y="72262"/>
                  </a:lnTo>
                  <a:lnTo>
                    <a:pt x="83946" y="80390"/>
                  </a:lnTo>
                  <a:lnTo>
                    <a:pt x="80899" y="86867"/>
                  </a:lnTo>
                  <a:lnTo>
                    <a:pt x="77850" y="93471"/>
                  </a:lnTo>
                  <a:lnTo>
                    <a:pt x="73278" y="98678"/>
                  </a:lnTo>
                  <a:lnTo>
                    <a:pt x="67182" y="102615"/>
                  </a:lnTo>
                  <a:lnTo>
                    <a:pt x="62356" y="105790"/>
                  </a:lnTo>
                  <a:lnTo>
                    <a:pt x="57022" y="107949"/>
                  </a:lnTo>
                  <a:lnTo>
                    <a:pt x="51181" y="109219"/>
                  </a:lnTo>
                  <a:lnTo>
                    <a:pt x="45338" y="110362"/>
                  </a:lnTo>
                  <a:lnTo>
                    <a:pt x="37188" y="110978"/>
                  </a:lnTo>
                  <a:lnTo>
                    <a:pt x="82641" y="110978"/>
                  </a:lnTo>
                  <a:lnTo>
                    <a:pt x="103179" y="71098"/>
                  </a:lnTo>
                  <a:lnTo>
                    <a:pt x="103631" y="62737"/>
                  </a:lnTo>
                  <a:lnTo>
                    <a:pt x="103201" y="53903"/>
                  </a:lnTo>
                  <a:lnTo>
                    <a:pt x="88280" y="19224"/>
                  </a:lnTo>
                  <a:lnTo>
                    <a:pt x="83104" y="14350"/>
                  </a:lnTo>
                  <a:close/>
                </a:path>
                <a:path w="349250" h="128270">
                  <a:moveTo>
                    <a:pt x="189801" y="42925"/>
                  </a:moveTo>
                  <a:lnTo>
                    <a:pt x="156463" y="42925"/>
                  </a:lnTo>
                  <a:lnTo>
                    <a:pt x="159638" y="43179"/>
                  </a:lnTo>
                  <a:lnTo>
                    <a:pt x="162687" y="43560"/>
                  </a:lnTo>
                  <a:lnTo>
                    <a:pt x="165734" y="44068"/>
                  </a:lnTo>
                  <a:lnTo>
                    <a:pt x="168401" y="44830"/>
                  </a:lnTo>
                  <a:lnTo>
                    <a:pt x="170560" y="46227"/>
                  </a:lnTo>
                  <a:lnTo>
                    <a:pt x="172593" y="47370"/>
                  </a:lnTo>
                  <a:lnTo>
                    <a:pt x="174244" y="49148"/>
                  </a:lnTo>
                  <a:lnTo>
                    <a:pt x="175387" y="51434"/>
                  </a:lnTo>
                  <a:lnTo>
                    <a:pt x="176656" y="53720"/>
                  </a:lnTo>
                  <a:lnTo>
                    <a:pt x="177164" y="56641"/>
                  </a:lnTo>
                  <a:lnTo>
                    <a:pt x="177164" y="63372"/>
                  </a:lnTo>
                  <a:lnTo>
                    <a:pt x="168528" y="63880"/>
                  </a:lnTo>
                  <a:lnTo>
                    <a:pt x="160400" y="64515"/>
                  </a:lnTo>
                  <a:lnTo>
                    <a:pt x="152781" y="65531"/>
                  </a:lnTo>
                  <a:lnTo>
                    <a:pt x="145287" y="66420"/>
                  </a:lnTo>
                  <a:lnTo>
                    <a:pt x="138810" y="68071"/>
                  </a:lnTo>
                  <a:lnTo>
                    <a:pt x="115188" y="91439"/>
                  </a:lnTo>
                  <a:lnTo>
                    <a:pt x="115217" y="102361"/>
                  </a:lnTo>
                  <a:lnTo>
                    <a:pt x="133603" y="125602"/>
                  </a:lnTo>
                  <a:lnTo>
                    <a:pt x="137287" y="127126"/>
                  </a:lnTo>
                  <a:lnTo>
                    <a:pt x="141096" y="127888"/>
                  </a:lnTo>
                  <a:lnTo>
                    <a:pt x="150113" y="127888"/>
                  </a:lnTo>
                  <a:lnTo>
                    <a:pt x="173989" y="117474"/>
                  </a:lnTo>
                  <a:lnTo>
                    <a:pt x="175894" y="116204"/>
                  </a:lnTo>
                  <a:lnTo>
                    <a:pt x="177164" y="115188"/>
                  </a:lnTo>
                  <a:lnTo>
                    <a:pt x="193675" y="115188"/>
                  </a:lnTo>
                  <a:lnTo>
                    <a:pt x="193675" y="113283"/>
                  </a:lnTo>
                  <a:lnTo>
                    <a:pt x="144906" y="113283"/>
                  </a:lnTo>
                  <a:lnTo>
                    <a:pt x="140334" y="111886"/>
                  </a:lnTo>
                  <a:lnTo>
                    <a:pt x="137159" y="109219"/>
                  </a:lnTo>
                  <a:lnTo>
                    <a:pt x="133984" y="106425"/>
                  </a:lnTo>
                  <a:lnTo>
                    <a:pt x="132333" y="102361"/>
                  </a:lnTo>
                  <a:lnTo>
                    <a:pt x="132333" y="92201"/>
                  </a:lnTo>
                  <a:lnTo>
                    <a:pt x="162306" y="77469"/>
                  </a:lnTo>
                  <a:lnTo>
                    <a:pt x="173227" y="76326"/>
                  </a:lnTo>
                  <a:lnTo>
                    <a:pt x="177164" y="76072"/>
                  </a:lnTo>
                  <a:lnTo>
                    <a:pt x="193675" y="76072"/>
                  </a:lnTo>
                  <a:lnTo>
                    <a:pt x="193675" y="55117"/>
                  </a:lnTo>
                  <a:lnTo>
                    <a:pt x="192785" y="50164"/>
                  </a:lnTo>
                  <a:lnTo>
                    <a:pt x="191235" y="46227"/>
                  </a:lnTo>
                  <a:lnTo>
                    <a:pt x="189912" y="43179"/>
                  </a:lnTo>
                  <a:lnTo>
                    <a:pt x="189801" y="42925"/>
                  </a:lnTo>
                  <a:close/>
                </a:path>
                <a:path w="349250" h="128270">
                  <a:moveTo>
                    <a:pt x="193675" y="115188"/>
                  </a:moveTo>
                  <a:lnTo>
                    <a:pt x="177164" y="115188"/>
                  </a:lnTo>
                  <a:lnTo>
                    <a:pt x="177164" y="125221"/>
                  </a:lnTo>
                  <a:lnTo>
                    <a:pt x="193675" y="125221"/>
                  </a:lnTo>
                  <a:lnTo>
                    <a:pt x="193675" y="115188"/>
                  </a:lnTo>
                  <a:close/>
                </a:path>
                <a:path w="349250" h="128270">
                  <a:moveTo>
                    <a:pt x="193675" y="76072"/>
                  </a:moveTo>
                  <a:lnTo>
                    <a:pt x="177164" y="76072"/>
                  </a:lnTo>
                  <a:lnTo>
                    <a:pt x="177164" y="102107"/>
                  </a:lnTo>
                  <a:lnTo>
                    <a:pt x="173481" y="105282"/>
                  </a:lnTo>
                  <a:lnTo>
                    <a:pt x="169544" y="107822"/>
                  </a:lnTo>
                  <a:lnTo>
                    <a:pt x="165353" y="109981"/>
                  </a:lnTo>
                  <a:lnTo>
                    <a:pt x="161035" y="112140"/>
                  </a:lnTo>
                  <a:lnTo>
                    <a:pt x="156337" y="113283"/>
                  </a:lnTo>
                  <a:lnTo>
                    <a:pt x="193675" y="113283"/>
                  </a:lnTo>
                  <a:lnTo>
                    <a:pt x="193675" y="76072"/>
                  </a:lnTo>
                  <a:close/>
                </a:path>
                <a:path w="349250" h="128270">
                  <a:moveTo>
                    <a:pt x="177164" y="102107"/>
                  </a:moveTo>
                  <a:lnTo>
                    <a:pt x="132333" y="102107"/>
                  </a:lnTo>
                  <a:lnTo>
                    <a:pt x="132333" y="102361"/>
                  </a:lnTo>
                  <a:lnTo>
                    <a:pt x="176870" y="102361"/>
                  </a:lnTo>
                  <a:lnTo>
                    <a:pt x="177164" y="102107"/>
                  </a:lnTo>
                  <a:close/>
                </a:path>
                <a:path w="349250" h="128270">
                  <a:moveTo>
                    <a:pt x="160146" y="29082"/>
                  </a:moveTo>
                  <a:lnTo>
                    <a:pt x="147827" y="29082"/>
                  </a:lnTo>
                  <a:lnTo>
                    <a:pt x="142112" y="29590"/>
                  </a:lnTo>
                  <a:lnTo>
                    <a:pt x="136397" y="30479"/>
                  </a:lnTo>
                  <a:lnTo>
                    <a:pt x="130682" y="31495"/>
                  </a:lnTo>
                  <a:lnTo>
                    <a:pt x="126364" y="32511"/>
                  </a:lnTo>
                  <a:lnTo>
                    <a:pt x="122809" y="33400"/>
                  </a:lnTo>
                  <a:lnTo>
                    <a:pt x="123316" y="33400"/>
                  </a:lnTo>
                  <a:lnTo>
                    <a:pt x="123316" y="49402"/>
                  </a:lnTo>
                  <a:lnTo>
                    <a:pt x="124206" y="49402"/>
                  </a:lnTo>
                  <a:lnTo>
                    <a:pt x="129412" y="47243"/>
                  </a:lnTo>
                  <a:lnTo>
                    <a:pt x="134619" y="45719"/>
                  </a:lnTo>
                  <a:lnTo>
                    <a:pt x="139826" y="44576"/>
                  </a:lnTo>
                  <a:lnTo>
                    <a:pt x="144906" y="43560"/>
                  </a:lnTo>
                  <a:lnTo>
                    <a:pt x="149478" y="42925"/>
                  </a:lnTo>
                  <a:lnTo>
                    <a:pt x="189801" y="42925"/>
                  </a:lnTo>
                  <a:lnTo>
                    <a:pt x="189356" y="41909"/>
                  </a:lnTo>
                  <a:lnTo>
                    <a:pt x="165862" y="29590"/>
                  </a:lnTo>
                  <a:lnTo>
                    <a:pt x="160146" y="29082"/>
                  </a:lnTo>
                  <a:close/>
                </a:path>
                <a:path w="349250" h="128270">
                  <a:moveTo>
                    <a:pt x="232790" y="44449"/>
                  </a:moveTo>
                  <a:lnTo>
                    <a:pt x="216153" y="44449"/>
                  </a:lnTo>
                  <a:lnTo>
                    <a:pt x="216237" y="107314"/>
                  </a:lnTo>
                  <a:lnTo>
                    <a:pt x="218694" y="114807"/>
                  </a:lnTo>
                  <a:lnTo>
                    <a:pt x="223774" y="119760"/>
                  </a:lnTo>
                  <a:lnTo>
                    <a:pt x="228853" y="124586"/>
                  </a:lnTo>
                  <a:lnTo>
                    <a:pt x="235838" y="127126"/>
                  </a:lnTo>
                  <a:lnTo>
                    <a:pt x="247650" y="127126"/>
                  </a:lnTo>
                  <a:lnTo>
                    <a:pt x="250570" y="126872"/>
                  </a:lnTo>
                  <a:lnTo>
                    <a:pt x="257047" y="125856"/>
                  </a:lnTo>
                  <a:lnTo>
                    <a:pt x="260222" y="125221"/>
                  </a:lnTo>
                  <a:lnTo>
                    <a:pt x="263270" y="124332"/>
                  </a:lnTo>
                  <a:lnTo>
                    <a:pt x="263270" y="113156"/>
                  </a:lnTo>
                  <a:lnTo>
                    <a:pt x="245109" y="113156"/>
                  </a:lnTo>
                  <a:lnTo>
                    <a:pt x="242188" y="112648"/>
                  </a:lnTo>
                  <a:lnTo>
                    <a:pt x="239902" y="111759"/>
                  </a:lnTo>
                  <a:lnTo>
                    <a:pt x="237616" y="110743"/>
                  </a:lnTo>
                  <a:lnTo>
                    <a:pt x="236093" y="109219"/>
                  </a:lnTo>
                  <a:lnTo>
                    <a:pt x="235076" y="107314"/>
                  </a:lnTo>
                  <a:lnTo>
                    <a:pt x="233806" y="105028"/>
                  </a:lnTo>
                  <a:lnTo>
                    <a:pt x="233171" y="102615"/>
                  </a:lnTo>
                  <a:lnTo>
                    <a:pt x="233044" y="100075"/>
                  </a:lnTo>
                  <a:lnTo>
                    <a:pt x="232790" y="97535"/>
                  </a:lnTo>
                  <a:lnTo>
                    <a:pt x="232790" y="44449"/>
                  </a:lnTo>
                  <a:close/>
                </a:path>
                <a:path w="349250" h="128270">
                  <a:moveTo>
                    <a:pt x="263270" y="110108"/>
                  </a:moveTo>
                  <a:lnTo>
                    <a:pt x="262255" y="110108"/>
                  </a:lnTo>
                  <a:lnTo>
                    <a:pt x="260858" y="110743"/>
                  </a:lnTo>
                  <a:lnTo>
                    <a:pt x="259333" y="111251"/>
                  </a:lnTo>
                  <a:lnTo>
                    <a:pt x="254253" y="112775"/>
                  </a:lnTo>
                  <a:lnTo>
                    <a:pt x="251713" y="113156"/>
                  </a:lnTo>
                  <a:lnTo>
                    <a:pt x="263270" y="113156"/>
                  </a:lnTo>
                  <a:lnTo>
                    <a:pt x="263270" y="110108"/>
                  </a:lnTo>
                  <a:close/>
                </a:path>
                <a:path w="349250" h="128270">
                  <a:moveTo>
                    <a:pt x="263270" y="31241"/>
                  </a:moveTo>
                  <a:lnTo>
                    <a:pt x="204977" y="31241"/>
                  </a:lnTo>
                  <a:lnTo>
                    <a:pt x="204977" y="44449"/>
                  </a:lnTo>
                  <a:lnTo>
                    <a:pt x="263270" y="44449"/>
                  </a:lnTo>
                  <a:lnTo>
                    <a:pt x="263270" y="31241"/>
                  </a:lnTo>
                  <a:close/>
                </a:path>
                <a:path w="349250" h="128270">
                  <a:moveTo>
                    <a:pt x="232790" y="4317"/>
                  </a:moveTo>
                  <a:lnTo>
                    <a:pt x="216153" y="4317"/>
                  </a:lnTo>
                  <a:lnTo>
                    <a:pt x="216153" y="31241"/>
                  </a:lnTo>
                  <a:lnTo>
                    <a:pt x="232790" y="31241"/>
                  </a:lnTo>
                  <a:lnTo>
                    <a:pt x="232790" y="4317"/>
                  </a:lnTo>
                  <a:close/>
                </a:path>
                <a:path w="349250" h="128270">
                  <a:moveTo>
                    <a:pt x="345249" y="42925"/>
                  </a:moveTo>
                  <a:lnTo>
                    <a:pt x="311912" y="42925"/>
                  </a:lnTo>
                  <a:lnTo>
                    <a:pt x="315087" y="43179"/>
                  </a:lnTo>
                  <a:lnTo>
                    <a:pt x="318134" y="43560"/>
                  </a:lnTo>
                  <a:lnTo>
                    <a:pt x="321182" y="44068"/>
                  </a:lnTo>
                  <a:lnTo>
                    <a:pt x="323850" y="44830"/>
                  </a:lnTo>
                  <a:lnTo>
                    <a:pt x="326008" y="46227"/>
                  </a:lnTo>
                  <a:lnTo>
                    <a:pt x="328040" y="47370"/>
                  </a:lnTo>
                  <a:lnTo>
                    <a:pt x="329691" y="49148"/>
                  </a:lnTo>
                  <a:lnTo>
                    <a:pt x="330834" y="51434"/>
                  </a:lnTo>
                  <a:lnTo>
                    <a:pt x="332105" y="53720"/>
                  </a:lnTo>
                  <a:lnTo>
                    <a:pt x="332613" y="56641"/>
                  </a:lnTo>
                  <a:lnTo>
                    <a:pt x="332613" y="63372"/>
                  </a:lnTo>
                  <a:lnTo>
                    <a:pt x="323976" y="63880"/>
                  </a:lnTo>
                  <a:lnTo>
                    <a:pt x="315849" y="64515"/>
                  </a:lnTo>
                  <a:lnTo>
                    <a:pt x="308228" y="65531"/>
                  </a:lnTo>
                  <a:lnTo>
                    <a:pt x="300735" y="66420"/>
                  </a:lnTo>
                  <a:lnTo>
                    <a:pt x="294258" y="68071"/>
                  </a:lnTo>
                  <a:lnTo>
                    <a:pt x="270637" y="91439"/>
                  </a:lnTo>
                  <a:lnTo>
                    <a:pt x="270665" y="102361"/>
                  </a:lnTo>
                  <a:lnTo>
                    <a:pt x="289051" y="125602"/>
                  </a:lnTo>
                  <a:lnTo>
                    <a:pt x="292734" y="127126"/>
                  </a:lnTo>
                  <a:lnTo>
                    <a:pt x="296544" y="127888"/>
                  </a:lnTo>
                  <a:lnTo>
                    <a:pt x="305562" y="127888"/>
                  </a:lnTo>
                  <a:lnTo>
                    <a:pt x="329438" y="117474"/>
                  </a:lnTo>
                  <a:lnTo>
                    <a:pt x="331343" y="116204"/>
                  </a:lnTo>
                  <a:lnTo>
                    <a:pt x="332613" y="115188"/>
                  </a:lnTo>
                  <a:lnTo>
                    <a:pt x="349122" y="115188"/>
                  </a:lnTo>
                  <a:lnTo>
                    <a:pt x="349122" y="113283"/>
                  </a:lnTo>
                  <a:lnTo>
                    <a:pt x="300355" y="113283"/>
                  </a:lnTo>
                  <a:lnTo>
                    <a:pt x="295782" y="111886"/>
                  </a:lnTo>
                  <a:lnTo>
                    <a:pt x="292607" y="109219"/>
                  </a:lnTo>
                  <a:lnTo>
                    <a:pt x="289432" y="106425"/>
                  </a:lnTo>
                  <a:lnTo>
                    <a:pt x="287781" y="102361"/>
                  </a:lnTo>
                  <a:lnTo>
                    <a:pt x="287781" y="92201"/>
                  </a:lnTo>
                  <a:lnTo>
                    <a:pt x="317753" y="77469"/>
                  </a:lnTo>
                  <a:lnTo>
                    <a:pt x="328675" y="76326"/>
                  </a:lnTo>
                  <a:lnTo>
                    <a:pt x="332613" y="76072"/>
                  </a:lnTo>
                  <a:lnTo>
                    <a:pt x="349122" y="76072"/>
                  </a:lnTo>
                  <a:lnTo>
                    <a:pt x="349122" y="55117"/>
                  </a:lnTo>
                  <a:lnTo>
                    <a:pt x="348233" y="50164"/>
                  </a:lnTo>
                  <a:lnTo>
                    <a:pt x="346683" y="46227"/>
                  </a:lnTo>
                  <a:lnTo>
                    <a:pt x="345360" y="43179"/>
                  </a:lnTo>
                  <a:lnTo>
                    <a:pt x="345249" y="42925"/>
                  </a:lnTo>
                  <a:close/>
                </a:path>
                <a:path w="349250" h="128270">
                  <a:moveTo>
                    <a:pt x="349122" y="115188"/>
                  </a:moveTo>
                  <a:lnTo>
                    <a:pt x="332613" y="115188"/>
                  </a:lnTo>
                  <a:lnTo>
                    <a:pt x="332613" y="125221"/>
                  </a:lnTo>
                  <a:lnTo>
                    <a:pt x="349122" y="125221"/>
                  </a:lnTo>
                  <a:lnTo>
                    <a:pt x="349122" y="115188"/>
                  </a:lnTo>
                  <a:close/>
                </a:path>
                <a:path w="349250" h="128270">
                  <a:moveTo>
                    <a:pt x="349122" y="76072"/>
                  </a:moveTo>
                  <a:lnTo>
                    <a:pt x="332613" y="76072"/>
                  </a:lnTo>
                  <a:lnTo>
                    <a:pt x="332613" y="102107"/>
                  </a:lnTo>
                  <a:lnTo>
                    <a:pt x="328930" y="105282"/>
                  </a:lnTo>
                  <a:lnTo>
                    <a:pt x="324993" y="107822"/>
                  </a:lnTo>
                  <a:lnTo>
                    <a:pt x="320801" y="109981"/>
                  </a:lnTo>
                  <a:lnTo>
                    <a:pt x="316483" y="112140"/>
                  </a:lnTo>
                  <a:lnTo>
                    <a:pt x="311784" y="113283"/>
                  </a:lnTo>
                  <a:lnTo>
                    <a:pt x="349122" y="113283"/>
                  </a:lnTo>
                  <a:lnTo>
                    <a:pt x="349122" y="76072"/>
                  </a:lnTo>
                  <a:close/>
                </a:path>
                <a:path w="349250" h="128270">
                  <a:moveTo>
                    <a:pt x="332613" y="102107"/>
                  </a:moveTo>
                  <a:lnTo>
                    <a:pt x="287781" y="102107"/>
                  </a:lnTo>
                  <a:lnTo>
                    <a:pt x="287781" y="102361"/>
                  </a:lnTo>
                  <a:lnTo>
                    <a:pt x="332318" y="102361"/>
                  </a:lnTo>
                  <a:lnTo>
                    <a:pt x="332613" y="102107"/>
                  </a:lnTo>
                  <a:close/>
                </a:path>
                <a:path w="349250" h="128270">
                  <a:moveTo>
                    <a:pt x="315594" y="29082"/>
                  </a:moveTo>
                  <a:lnTo>
                    <a:pt x="303275" y="29082"/>
                  </a:lnTo>
                  <a:lnTo>
                    <a:pt x="297560" y="29590"/>
                  </a:lnTo>
                  <a:lnTo>
                    <a:pt x="291845" y="30479"/>
                  </a:lnTo>
                  <a:lnTo>
                    <a:pt x="286131" y="31495"/>
                  </a:lnTo>
                  <a:lnTo>
                    <a:pt x="281813" y="32511"/>
                  </a:lnTo>
                  <a:lnTo>
                    <a:pt x="278257" y="33400"/>
                  </a:lnTo>
                  <a:lnTo>
                    <a:pt x="278764" y="33400"/>
                  </a:lnTo>
                  <a:lnTo>
                    <a:pt x="278764" y="49402"/>
                  </a:lnTo>
                  <a:lnTo>
                    <a:pt x="279653" y="49402"/>
                  </a:lnTo>
                  <a:lnTo>
                    <a:pt x="284860" y="47243"/>
                  </a:lnTo>
                  <a:lnTo>
                    <a:pt x="290068" y="45719"/>
                  </a:lnTo>
                  <a:lnTo>
                    <a:pt x="295275" y="44576"/>
                  </a:lnTo>
                  <a:lnTo>
                    <a:pt x="300355" y="43560"/>
                  </a:lnTo>
                  <a:lnTo>
                    <a:pt x="304926" y="42925"/>
                  </a:lnTo>
                  <a:lnTo>
                    <a:pt x="345249" y="42925"/>
                  </a:lnTo>
                  <a:lnTo>
                    <a:pt x="344805" y="41909"/>
                  </a:lnTo>
                  <a:lnTo>
                    <a:pt x="321309" y="29590"/>
                  </a:lnTo>
                  <a:lnTo>
                    <a:pt x="315594" y="29082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56028" y="4726178"/>
              <a:ext cx="784860" cy="133477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106420" y="4726178"/>
              <a:ext cx="906144" cy="165735"/>
            </a:xfrm>
            <a:custGeom>
              <a:avLst/>
              <a:gdLst/>
              <a:ahLst/>
              <a:cxnLst/>
              <a:rect l="l" t="t" r="r" b="b"/>
              <a:pathLst>
                <a:path w="906145" h="165735">
                  <a:moveTo>
                    <a:pt x="78486" y="60706"/>
                  </a:moveTo>
                  <a:lnTo>
                    <a:pt x="77597" y="55765"/>
                  </a:lnTo>
                  <a:lnTo>
                    <a:pt x="76034" y="51816"/>
                  </a:lnTo>
                  <a:lnTo>
                    <a:pt x="74714" y="48768"/>
                  </a:lnTo>
                  <a:lnTo>
                    <a:pt x="74612" y="48514"/>
                  </a:lnTo>
                  <a:lnTo>
                    <a:pt x="44958" y="34671"/>
                  </a:lnTo>
                  <a:lnTo>
                    <a:pt x="32639" y="34671"/>
                  </a:lnTo>
                  <a:lnTo>
                    <a:pt x="7620" y="38989"/>
                  </a:lnTo>
                  <a:lnTo>
                    <a:pt x="8128" y="38989"/>
                  </a:lnTo>
                  <a:lnTo>
                    <a:pt x="8128" y="55003"/>
                  </a:lnTo>
                  <a:lnTo>
                    <a:pt x="9017" y="55003"/>
                  </a:lnTo>
                  <a:lnTo>
                    <a:pt x="14224" y="52832"/>
                  </a:lnTo>
                  <a:lnTo>
                    <a:pt x="19431" y="51308"/>
                  </a:lnTo>
                  <a:lnTo>
                    <a:pt x="24638" y="50165"/>
                  </a:lnTo>
                  <a:lnTo>
                    <a:pt x="29718" y="49149"/>
                  </a:lnTo>
                  <a:lnTo>
                    <a:pt x="34290" y="48514"/>
                  </a:lnTo>
                  <a:lnTo>
                    <a:pt x="41275" y="48514"/>
                  </a:lnTo>
                  <a:lnTo>
                    <a:pt x="55372" y="51816"/>
                  </a:lnTo>
                  <a:lnTo>
                    <a:pt x="57404" y="52959"/>
                  </a:lnTo>
                  <a:lnTo>
                    <a:pt x="59055" y="54737"/>
                  </a:lnTo>
                  <a:lnTo>
                    <a:pt x="60198" y="57023"/>
                  </a:lnTo>
                  <a:lnTo>
                    <a:pt x="61468" y="59321"/>
                  </a:lnTo>
                  <a:lnTo>
                    <a:pt x="61976" y="62230"/>
                  </a:lnTo>
                  <a:lnTo>
                    <a:pt x="61976" y="68961"/>
                  </a:lnTo>
                  <a:lnTo>
                    <a:pt x="61976" y="81661"/>
                  </a:lnTo>
                  <a:lnTo>
                    <a:pt x="61976" y="107696"/>
                  </a:lnTo>
                  <a:lnTo>
                    <a:pt x="61671" y="107696"/>
                  </a:lnTo>
                  <a:lnTo>
                    <a:pt x="61671" y="107950"/>
                  </a:lnTo>
                  <a:lnTo>
                    <a:pt x="41148" y="118872"/>
                  </a:lnTo>
                  <a:lnTo>
                    <a:pt x="29718" y="118872"/>
                  </a:lnTo>
                  <a:lnTo>
                    <a:pt x="25146" y="117475"/>
                  </a:lnTo>
                  <a:lnTo>
                    <a:pt x="21971" y="114808"/>
                  </a:lnTo>
                  <a:lnTo>
                    <a:pt x="18796" y="112014"/>
                  </a:lnTo>
                  <a:lnTo>
                    <a:pt x="17145" y="107950"/>
                  </a:lnTo>
                  <a:lnTo>
                    <a:pt x="61671" y="107950"/>
                  </a:lnTo>
                  <a:lnTo>
                    <a:pt x="61671" y="107696"/>
                  </a:lnTo>
                  <a:lnTo>
                    <a:pt x="17145" y="107696"/>
                  </a:lnTo>
                  <a:lnTo>
                    <a:pt x="17145" y="97790"/>
                  </a:lnTo>
                  <a:lnTo>
                    <a:pt x="47117" y="83058"/>
                  </a:lnTo>
                  <a:lnTo>
                    <a:pt x="58039" y="81927"/>
                  </a:lnTo>
                  <a:lnTo>
                    <a:pt x="61976" y="81661"/>
                  </a:lnTo>
                  <a:lnTo>
                    <a:pt x="61976" y="68961"/>
                  </a:lnTo>
                  <a:lnTo>
                    <a:pt x="53340" y="69469"/>
                  </a:lnTo>
                  <a:lnTo>
                    <a:pt x="45212" y="70104"/>
                  </a:lnTo>
                  <a:lnTo>
                    <a:pt x="37592" y="71120"/>
                  </a:lnTo>
                  <a:lnTo>
                    <a:pt x="30099" y="72021"/>
                  </a:lnTo>
                  <a:lnTo>
                    <a:pt x="0" y="97028"/>
                  </a:lnTo>
                  <a:lnTo>
                    <a:pt x="25" y="107950"/>
                  </a:lnTo>
                  <a:lnTo>
                    <a:pt x="18415" y="131191"/>
                  </a:lnTo>
                  <a:lnTo>
                    <a:pt x="22098" y="132715"/>
                  </a:lnTo>
                  <a:lnTo>
                    <a:pt x="25908" y="133477"/>
                  </a:lnTo>
                  <a:lnTo>
                    <a:pt x="34925" y="133477"/>
                  </a:lnTo>
                  <a:lnTo>
                    <a:pt x="58801" y="123063"/>
                  </a:lnTo>
                  <a:lnTo>
                    <a:pt x="60706" y="121793"/>
                  </a:lnTo>
                  <a:lnTo>
                    <a:pt x="61976" y="120777"/>
                  </a:lnTo>
                  <a:lnTo>
                    <a:pt x="61976" y="130810"/>
                  </a:lnTo>
                  <a:lnTo>
                    <a:pt x="78486" y="130810"/>
                  </a:lnTo>
                  <a:lnTo>
                    <a:pt x="78486" y="120777"/>
                  </a:lnTo>
                  <a:lnTo>
                    <a:pt x="78486" y="118872"/>
                  </a:lnTo>
                  <a:lnTo>
                    <a:pt x="78486" y="81661"/>
                  </a:lnTo>
                  <a:lnTo>
                    <a:pt x="78486" y="60706"/>
                  </a:lnTo>
                  <a:close/>
                </a:path>
                <a:path w="906145" h="165735">
                  <a:moveTo>
                    <a:pt x="177419" y="130810"/>
                  </a:moveTo>
                  <a:lnTo>
                    <a:pt x="177355" y="68961"/>
                  </a:lnTo>
                  <a:lnTo>
                    <a:pt x="156083" y="34290"/>
                  </a:lnTo>
                  <a:lnTo>
                    <a:pt x="141097" y="34290"/>
                  </a:lnTo>
                  <a:lnTo>
                    <a:pt x="116459" y="47371"/>
                  </a:lnTo>
                  <a:lnTo>
                    <a:pt x="116459" y="36830"/>
                  </a:lnTo>
                  <a:lnTo>
                    <a:pt x="99949" y="36830"/>
                  </a:lnTo>
                  <a:lnTo>
                    <a:pt x="99949" y="130810"/>
                  </a:lnTo>
                  <a:lnTo>
                    <a:pt x="116459" y="130810"/>
                  </a:lnTo>
                  <a:lnTo>
                    <a:pt x="116459" y="60706"/>
                  </a:lnTo>
                  <a:lnTo>
                    <a:pt x="120650" y="57277"/>
                  </a:lnTo>
                  <a:lnTo>
                    <a:pt x="124968" y="54622"/>
                  </a:lnTo>
                  <a:lnTo>
                    <a:pt x="129286" y="52451"/>
                  </a:lnTo>
                  <a:lnTo>
                    <a:pt x="133731" y="50419"/>
                  </a:lnTo>
                  <a:lnTo>
                    <a:pt x="137922" y="49276"/>
                  </a:lnTo>
                  <a:lnTo>
                    <a:pt x="146304" y="49276"/>
                  </a:lnTo>
                  <a:lnTo>
                    <a:pt x="160134" y="65290"/>
                  </a:lnTo>
                  <a:lnTo>
                    <a:pt x="160655" y="68961"/>
                  </a:lnTo>
                  <a:lnTo>
                    <a:pt x="160782" y="130810"/>
                  </a:lnTo>
                  <a:lnTo>
                    <a:pt x="177419" y="130810"/>
                  </a:lnTo>
                  <a:close/>
                </a:path>
                <a:path w="906145" h="165735">
                  <a:moveTo>
                    <a:pt x="277876" y="0"/>
                  </a:moveTo>
                  <a:lnTo>
                    <a:pt x="261366" y="0"/>
                  </a:lnTo>
                  <a:lnTo>
                    <a:pt x="261366" y="40640"/>
                  </a:lnTo>
                  <a:lnTo>
                    <a:pt x="261366" y="53848"/>
                  </a:lnTo>
                  <a:lnTo>
                    <a:pt x="261366" y="107950"/>
                  </a:lnTo>
                  <a:lnTo>
                    <a:pt x="257429" y="111125"/>
                  </a:lnTo>
                  <a:lnTo>
                    <a:pt x="253238" y="113665"/>
                  </a:lnTo>
                  <a:lnTo>
                    <a:pt x="248920" y="115570"/>
                  </a:lnTo>
                  <a:lnTo>
                    <a:pt x="244475" y="117475"/>
                  </a:lnTo>
                  <a:lnTo>
                    <a:pt x="240030" y="118364"/>
                  </a:lnTo>
                  <a:lnTo>
                    <a:pt x="227584" y="118364"/>
                  </a:lnTo>
                  <a:lnTo>
                    <a:pt x="212344" y="84201"/>
                  </a:lnTo>
                  <a:lnTo>
                    <a:pt x="212775" y="76327"/>
                  </a:lnTo>
                  <a:lnTo>
                    <a:pt x="212788" y="76136"/>
                  </a:lnTo>
                  <a:lnTo>
                    <a:pt x="214122" y="69227"/>
                  </a:lnTo>
                  <a:lnTo>
                    <a:pt x="214147" y="69062"/>
                  </a:lnTo>
                  <a:lnTo>
                    <a:pt x="231140" y="48768"/>
                  </a:lnTo>
                  <a:lnTo>
                    <a:pt x="243459" y="48768"/>
                  </a:lnTo>
                  <a:lnTo>
                    <a:pt x="261366" y="53848"/>
                  </a:lnTo>
                  <a:lnTo>
                    <a:pt x="261366" y="40640"/>
                  </a:lnTo>
                  <a:lnTo>
                    <a:pt x="257302" y="38481"/>
                  </a:lnTo>
                  <a:lnTo>
                    <a:pt x="253365" y="36830"/>
                  </a:lnTo>
                  <a:lnTo>
                    <a:pt x="246126" y="34798"/>
                  </a:lnTo>
                  <a:lnTo>
                    <a:pt x="241808" y="34290"/>
                  </a:lnTo>
                  <a:lnTo>
                    <a:pt x="231267" y="34290"/>
                  </a:lnTo>
                  <a:lnTo>
                    <a:pt x="200787" y="57150"/>
                  </a:lnTo>
                  <a:lnTo>
                    <a:pt x="195199" y="92456"/>
                  </a:lnTo>
                  <a:lnTo>
                    <a:pt x="196011" y="98856"/>
                  </a:lnTo>
                  <a:lnTo>
                    <a:pt x="216916" y="130175"/>
                  </a:lnTo>
                  <a:lnTo>
                    <a:pt x="221488" y="132334"/>
                  </a:lnTo>
                  <a:lnTo>
                    <a:pt x="226441" y="133477"/>
                  </a:lnTo>
                  <a:lnTo>
                    <a:pt x="235204" y="133477"/>
                  </a:lnTo>
                  <a:lnTo>
                    <a:pt x="261366" y="121285"/>
                  </a:lnTo>
                  <a:lnTo>
                    <a:pt x="261366" y="130810"/>
                  </a:lnTo>
                  <a:lnTo>
                    <a:pt x="277876" y="130810"/>
                  </a:lnTo>
                  <a:lnTo>
                    <a:pt x="277876" y="121285"/>
                  </a:lnTo>
                  <a:lnTo>
                    <a:pt x="277876" y="118364"/>
                  </a:lnTo>
                  <a:lnTo>
                    <a:pt x="277876" y="48768"/>
                  </a:lnTo>
                  <a:lnTo>
                    <a:pt x="277876" y="40640"/>
                  </a:lnTo>
                  <a:lnTo>
                    <a:pt x="277876" y="0"/>
                  </a:lnTo>
                  <a:close/>
                </a:path>
                <a:path w="906145" h="165735">
                  <a:moveTo>
                    <a:pt x="440182" y="81407"/>
                  </a:moveTo>
                  <a:lnTo>
                    <a:pt x="431952" y="49276"/>
                  </a:lnTo>
                  <a:lnTo>
                    <a:pt x="430657" y="47117"/>
                  </a:lnTo>
                  <a:lnTo>
                    <a:pt x="430301" y="46736"/>
                  </a:lnTo>
                  <a:lnTo>
                    <a:pt x="425437" y="41478"/>
                  </a:lnTo>
                  <a:lnTo>
                    <a:pt x="423037" y="39916"/>
                  </a:lnTo>
                  <a:lnTo>
                    <a:pt x="423037" y="83197"/>
                  </a:lnTo>
                  <a:lnTo>
                    <a:pt x="422579" y="91338"/>
                  </a:lnTo>
                  <a:lnTo>
                    <a:pt x="421233" y="98437"/>
                  </a:lnTo>
                  <a:lnTo>
                    <a:pt x="419011" y="104482"/>
                  </a:lnTo>
                  <a:lnTo>
                    <a:pt x="415925" y="109474"/>
                  </a:lnTo>
                  <a:lnTo>
                    <a:pt x="411200" y="115316"/>
                  </a:lnTo>
                  <a:lnTo>
                    <a:pt x="411099" y="115443"/>
                  </a:lnTo>
                  <a:lnTo>
                    <a:pt x="404495" y="118491"/>
                  </a:lnTo>
                  <a:lnTo>
                    <a:pt x="391795" y="118491"/>
                  </a:lnTo>
                  <a:lnTo>
                    <a:pt x="374015" y="113284"/>
                  </a:lnTo>
                  <a:lnTo>
                    <a:pt x="374015" y="60071"/>
                  </a:lnTo>
                  <a:lnTo>
                    <a:pt x="377952" y="56896"/>
                  </a:lnTo>
                  <a:lnTo>
                    <a:pt x="382143" y="54356"/>
                  </a:lnTo>
                  <a:lnTo>
                    <a:pt x="386588" y="52324"/>
                  </a:lnTo>
                  <a:lnTo>
                    <a:pt x="390906" y="50292"/>
                  </a:lnTo>
                  <a:lnTo>
                    <a:pt x="395478" y="49276"/>
                  </a:lnTo>
                  <a:lnTo>
                    <a:pt x="408305" y="49276"/>
                  </a:lnTo>
                  <a:lnTo>
                    <a:pt x="422948" y="81407"/>
                  </a:lnTo>
                  <a:lnTo>
                    <a:pt x="423037" y="83197"/>
                  </a:lnTo>
                  <a:lnTo>
                    <a:pt x="423037" y="39916"/>
                  </a:lnTo>
                  <a:lnTo>
                    <a:pt x="419303" y="37465"/>
                  </a:lnTo>
                  <a:lnTo>
                    <a:pt x="412242" y="35090"/>
                  </a:lnTo>
                  <a:lnTo>
                    <a:pt x="404241" y="34290"/>
                  </a:lnTo>
                  <a:lnTo>
                    <a:pt x="398272" y="34290"/>
                  </a:lnTo>
                  <a:lnTo>
                    <a:pt x="374015" y="46736"/>
                  </a:lnTo>
                  <a:lnTo>
                    <a:pt x="374015" y="36830"/>
                  </a:lnTo>
                  <a:lnTo>
                    <a:pt x="357505" y="36830"/>
                  </a:lnTo>
                  <a:lnTo>
                    <a:pt x="357505" y="165481"/>
                  </a:lnTo>
                  <a:lnTo>
                    <a:pt x="374015" y="165481"/>
                  </a:lnTo>
                  <a:lnTo>
                    <a:pt x="374015" y="126111"/>
                  </a:lnTo>
                  <a:lnTo>
                    <a:pt x="377952" y="128397"/>
                  </a:lnTo>
                  <a:lnTo>
                    <a:pt x="381889" y="130048"/>
                  </a:lnTo>
                  <a:lnTo>
                    <a:pt x="389382" y="132080"/>
                  </a:lnTo>
                  <a:lnTo>
                    <a:pt x="393700" y="132715"/>
                  </a:lnTo>
                  <a:lnTo>
                    <a:pt x="398653" y="132715"/>
                  </a:lnTo>
                  <a:lnTo>
                    <a:pt x="407212" y="131838"/>
                  </a:lnTo>
                  <a:lnTo>
                    <a:pt x="415036" y="129209"/>
                  </a:lnTo>
                  <a:lnTo>
                    <a:pt x="420027" y="126111"/>
                  </a:lnTo>
                  <a:lnTo>
                    <a:pt x="422084" y="124841"/>
                  </a:lnTo>
                  <a:lnTo>
                    <a:pt x="428371" y="118745"/>
                  </a:lnTo>
                  <a:lnTo>
                    <a:pt x="428536" y="118491"/>
                  </a:lnTo>
                  <a:lnTo>
                    <a:pt x="433527" y="111201"/>
                  </a:lnTo>
                  <a:lnTo>
                    <a:pt x="437222" y="102463"/>
                  </a:lnTo>
                  <a:lnTo>
                    <a:pt x="439432" y="92532"/>
                  </a:lnTo>
                  <a:lnTo>
                    <a:pt x="440055" y="83197"/>
                  </a:lnTo>
                  <a:lnTo>
                    <a:pt x="440182" y="81407"/>
                  </a:lnTo>
                  <a:close/>
                </a:path>
                <a:path w="906145" h="165735">
                  <a:moveTo>
                    <a:pt x="507238" y="37338"/>
                  </a:moveTo>
                  <a:lnTo>
                    <a:pt x="504177" y="36957"/>
                  </a:lnTo>
                  <a:lnTo>
                    <a:pt x="495820" y="36957"/>
                  </a:lnTo>
                  <a:lnTo>
                    <a:pt x="471551" y="50800"/>
                  </a:lnTo>
                  <a:lnTo>
                    <a:pt x="471551" y="36957"/>
                  </a:lnTo>
                  <a:lnTo>
                    <a:pt x="455041" y="36957"/>
                  </a:lnTo>
                  <a:lnTo>
                    <a:pt x="455041" y="130810"/>
                  </a:lnTo>
                  <a:lnTo>
                    <a:pt x="471551" y="130810"/>
                  </a:lnTo>
                  <a:lnTo>
                    <a:pt x="471551" y="64147"/>
                  </a:lnTo>
                  <a:lnTo>
                    <a:pt x="475488" y="60452"/>
                  </a:lnTo>
                  <a:lnTo>
                    <a:pt x="479679" y="57797"/>
                  </a:lnTo>
                  <a:lnTo>
                    <a:pt x="488569" y="53975"/>
                  </a:lnTo>
                  <a:lnTo>
                    <a:pt x="492379" y="53213"/>
                  </a:lnTo>
                  <a:lnTo>
                    <a:pt x="502412" y="53213"/>
                  </a:lnTo>
                  <a:lnTo>
                    <a:pt x="503809" y="53340"/>
                  </a:lnTo>
                  <a:lnTo>
                    <a:pt x="506984" y="53975"/>
                  </a:lnTo>
                  <a:lnTo>
                    <a:pt x="507238" y="53975"/>
                  </a:lnTo>
                  <a:lnTo>
                    <a:pt x="507238" y="53213"/>
                  </a:lnTo>
                  <a:lnTo>
                    <a:pt x="507238" y="50800"/>
                  </a:lnTo>
                  <a:lnTo>
                    <a:pt x="507238" y="37338"/>
                  </a:lnTo>
                  <a:close/>
                </a:path>
                <a:path w="906145" h="165735">
                  <a:moveTo>
                    <a:pt x="537464" y="36830"/>
                  </a:moveTo>
                  <a:lnTo>
                    <a:pt x="520827" y="36830"/>
                  </a:lnTo>
                  <a:lnTo>
                    <a:pt x="520827" y="130810"/>
                  </a:lnTo>
                  <a:lnTo>
                    <a:pt x="537464" y="130810"/>
                  </a:lnTo>
                  <a:lnTo>
                    <a:pt x="537464" y="36830"/>
                  </a:lnTo>
                  <a:close/>
                </a:path>
                <a:path w="906145" h="165735">
                  <a:moveTo>
                    <a:pt x="538607" y="4699"/>
                  </a:moveTo>
                  <a:lnTo>
                    <a:pt x="519684" y="4699"/>
                  </a:lnTo>
                  <a:lnTo>
                    <a:pt x="519684" y="21209"/>
                  </a:lnTo>
                  <a:lnTo>
                    <a:pt x="538607" y="21209"/>
                  </a:lnTo>
                  <a:lnTo>
                    <a:pt x="538607" y="4699"/>
                  </a:lnTo>
                  <a:close/>
                </a:path>
                <a:path w="906145" h="165735">
                  <a:moveTo>
                    <a:pt x="639191" y="36830"/>
                  </a:moveTo>
                  <a:lnTo>
                    <a:pt x="621919" y="36830"/>
                  </a:lnTo>
                  <a:lnTo>
                    <a:pt x="595122" y="109347"/>
                  </a:lnTo>
                  <a:lnTo>
                    <a:pt x="568071" y="36830"/>
                  </a:lnTo>
                  <a:lnTo>
                    <a:pt x="550164" y="36830"/>
                  </a:lnTo>
                  <a:lnTo>
                    <a:pt x="587121" y="130810"/>
                  </a:lnTo>
                  <a:lnTo>
                    <a:pt x="601980" y="130810"/>
                  </a:lnTo>
                  <a:lnTo>
                    <a:pt x="610476" y="109347"/>
                  </a:lnTo>
                  <a:lnTo>
                    <a:pt x="639191" y="36830"/>
                  </a:lnTo>
                  <a:close/>
                </a:path>
                <a:path w="906145" h="165735">
                  <a:moveTo>
                    <a:pt x="723138" y="60706"/>
                  </a:moveTo>
                  <a:lnTo>
                    <a:pt x="722249" y="55765"/>
                  </a:lnTo>
                  <a:lnTo>
                    <a:pt x="720686" y="51816"/>
                  </a:lnTo>
                  <a:lnTo>
                    <a:pt x="719366" y="48768"/>
                  </a:lnTo>
                  <a:lnTo>
                    <a:pt x="719251" y="48514"/>
                  </a:lnTo>
                  <a:lnTo>
                    <a:pt x="718820" y="47498"/>
                  </a:lnTo>
                  <a:lnTo>
                    <a:pt x="689610" y="34671"/>
                  </a:lnTo>
                  <a:lnTo>
                    <a:pt x="677291" y="34671"/>
                  </a:lnTo>
                  <a:lnTo>
                    <a:pt x="652272" y="38989"/>
                  </a:lnTo>
                  <a:lnTo>
                    <a:pt x="652780" y="38989"/>
                  </a:lnTo>
                  <a:lnTo>
                    <a:pt x="652780" y="55003"/>
                  </a:lnTo>
                  <a:lnTo>
                    <a:pt x="653669" y="55003"/>
                  </a:lnTo>
                  <a:lnTo>
                    <a:pt x="658876" y="52832"/>
                  </a:lnTo>
                  <a:lnTo>
                    <a:pt x="664083" y="51308"/>
                  </a:lnTo>
                  <a:lnTo>
                    <a:pt x="669290" y="50165"/>
                  </a:lnTo>
                  <a:lnTo>
                    <a:pt x="674370" y="49149"/>
                  </a:lnTo>
                  <a:lnTo>
                    <a:pt x="678942" y="48514"/>
                  </a:lnTo>
                  <a:lnTo>
                    <a:pt x="685927" y="48514"/>
                  </a:lnTo>
                  <a:lnTo>
                    <a:pt x="700024" y="51816"/>
                  </a:lnTo>
                  <a:lnTo>
                    <a:pt x="702056" y="52959"/>
                  </a:lnTo>
                  <a:lnTo>
                    <a:pt x="703707" y="54737"/>
                  </a:lnTo>
                  <a:lnTo>
                    <a:pt x="704850" y="57023"/>
                  </a:lnTo>
                  <a:lnTo>
                    <a:pt x="706120" y="59321"/>
                  </a:lnTo>
                  <a:lnTo>
                    <a:pt x="706628" y="62230"/>
                  </a:lnTo>
                  <a:lnTo>
                    <a:pt x="706628" y="68961"/>
                  </a:lnTo>
                  <a:lnTo>
                    <a:pt x="706628" y="81661"/>
                  </a:lnTo>
                  <a:lnTo>
                    <a:pt x="706628" y="107696"/>
                  </a:lnTo>
                  <a:lnTo>
                    <a:pt x="706323" y="107696"/>
                  </a:lnTo>
                  <a:lnTo>
                    <a:pt x="706323" y="107950"/>
                  </a:lnTo>
                  <a:lnTo>
                    <a:pt x="685800" y="118872"/>
                  </a:lnTo>
                  <a:lnTo>
                    <a:pt x="674370" y="118872"/>
                  </a:lnTo>
                  <a:lnTo>
                    <a:pt x="669798" y="117475"/>
                  </a:lnTo>
                  <a:lnTo>
                    <a:pt x="666623" y="114808"/>
                  </a:lnTo>
                  <a:lnTo>
                    <a:pt x="663448" y="112014"/>
                  </a:lnTo>
                  <a:lnTo>
                    <a:pt x="661797" y="107950"/>
                  </a:lnTo>
                  <a:lnTo>
                    <a:pt x="706323" y="107950"/>
                  </a:lnTo>
                  <a:lnTo>
                    <a:pt x="706323" y="107696"/>
                  </a:lnTo>
                  <a:lnTo>
                    <a:pt x="661797" y="107696"/>
                  </a:lnTo>
                  <a:lnTo>
                    <a:pt x="661797" y="97790"/>
                  </a:lnTo>
                  <a:lnTo>
                    <a:pt x="691769" y="83058"/>
                  </a:lnTo>
                  <a:lnTo>
                    <a:pt x="702691" y="81927"/>
                  </a:lnTo>
                  <a:lnTo>
                    <a:pt x="706628" y="81661"/>
                  </a:lnTo>
                  <a:lnTo>
                    <a:pt x="706628" y="68961"/>
                  </a:lnTo>
                  <a:lnTo>
                    <a:pt x="697992" y="69469"/>
                  </a:lnTo>
                  <a:lnTo>
                    <a:pt x="689864" y="70104"/>
                  </a:lnTo>
                  <a:lnTo>
                    <a:pt x="682244" y="71120"/>
                  </a:lnTo>
                  <a:lnTo>
                    <a:pt x="674751" y="72021"/>
                  </a:lnTo>
                  <a:lnTo>
                    <a:pt x="644652" y="97028"/>
                  </a:lnTo>
                  <a:lnTo>
                    <a:pt x="644677" y="107950"/>
                  </a:lnTo>
                  <a:lnTo>
                    <a:pt x="663067" y="131191"/>
                  </a:lnTo>
                  <a:lnTo>
                    <a:pt x="666750" y="132715"/>
                  </a:lnTo>
                  <a:lnTo>
                    <a:pt x="670560" y="133477"/>
                  </a:lnTo>
                  <a:lnTo>
                    <a:pt x="679577" y="133477"/>
                  </a:lnTo>
                  <a:lnTo>
                    <a:pt x="703453" y="123063"/>
                  </a:lnTo>
                  <a:lnTo>
                    <a:pt x="705358" y="121793"/>
                  </a:lnTo>
                  <a:lnTo>
                    <a:pt x="706628" y="120777"/>
                  </a:lnTo>
                  <a:lnTo>
                    <a:pt x="706628" y="130810"/>
                  </a:lnTo>
                  <a:lnTo>
                    <a:pt x="723138" y="130810"/>
                  </a:lnTo>
                  <a:lnTo>
                    <a:pt x="723138" y="120777"/>
                  </a:lnTo>
                  <a:lnTo>
                    <a:pt x="723138" y="118872"/>
                  </a:lnTo>
                  <a:lnTo>
                    <a:pt x="723138" y="81661"/>
                  </a:lnTo>
                  <a:lnTo>
                    <a:pt x="723138" y="60706"/>
                  </a:lnTo>
                  <a:close/>
                </a:path>
                <a:path w="906145" h="165735">
                  <a:moveTo>
                    <a:pt x="814451" y="41910"/>
                  </a:moveTo>
                  <a:lnTo>
                    <a:pt x="790702" y="34671"/>
                  </a:lnTo>
                  <a:lnTo>
                    <a:pt x="778637" y="34671"/>
                  </a:lnTo>
                  <a:lnTo>
                    <a:pt x="752094" y="47498"/>
                  </a:lnTo>
                  <a:lnTo>
                    <a:pt x="748157" y="51562"/>
                  </a:lnTo>
                  <a:lnTo>
                    <a:pt x="745109" y="56642"/>
                  </a:lnTo>
                  <a:lnTo>
                    <a:pt x="742696" y="62611"/>
                  </a:lnTo>
                  <a:lnTo>
                    <a:pt x="740410" y="68580"/>
                  </a:lnTo>
                  <a:lnTo>
                    <a:pt x="739267" y="75692"/>
                  </a:lnTo>
                  <a:lnTo>
                    <a:pt x="739267" y="92329"/>
                  </a:lnTo>
                  <a:lnTo>
                    <a:pt x="760984" y="127889"/>
                  </a:lnTo>
                  <a:lnTo>
                    <a:pt x="778510" y="132969"/>
                  </a:lnTo>
                  <a:lnTo>
                    <a:pt x="788797" y="132969"/>
                  </a:lnTo>
                  <a:lnTo>
                    <a:pt x="791718" y="132715"/>
                  </a:lnTo>
                  <a:lnTo>
                    <a:pt x="793877" y="132334"/>
                  </a:lnTo>
                  <a:lnTo>
                    <a:pt x="795591" y="131953"/>
                  </a:lnTo>
                  <a:lnTo>
                    <a:pt x="798703" y="131318"/>
                  </a:lnTo>
                  <a:lnTo>
                    <a:pt x="801497" y="130429"/>
                  </a:lnTo>
                  <a:lnTo>
                    <a:pt x="803529" y="129921"/>
                  </a:lnTo>
                  <a:lnTo>
                    <a:pt x="805815" y="129159"/>
                  </a:lnTo>
                  <a:lnTo>
                    <a:pt x="812800" y="126238"/>
                  </a:lnTo>
                  <a:lnTo>
                    <a:pt x="814451" y="125476"/>
                  </a:lnTo>
                  <a:lnTo>
                    <a:pt x="814451" y="119253"/>
                  </a:lnTo>
                  <a:lnTo>
                    <a:pt x="814451" y="107823"/>
                  </a:lnTo>
                  <a:lnTo>
                    <a:pt x="813435" y="107823"/>
                  </a:lnTo>
                  <a:lnTo>
                    <a:pt x="809625" y="111125"/>
                  </a:lnTo>
                  <a:lnTo>
                    <a:pt x="805307" y="113919"/>
                  </a:lnTo>
                  <a:lnTo>
                    <a:pt x="800188" y="116078"/>
                  </a:lnTo>
                  <a:lnTo>
                    <a:pt x="795528" y="118110"/>
                  </a:lnTo>
                  <a:lnTo>
                    <a:pt x="790448" y="119253"/>
                  </a:lnTo>
                  <a:lnTo>
                    <a:pt x="776097" y="119253"/>
                  </a:lnTo>
                  <a:lnTo>
                    <a:pt x="769112" y="116078"/>
                  </a:lnTo>
                  <a:lnTo>
                    <a:pt x="764032" y="109855"/>
                  </a:lnTo>
                  <a:lnTo>
                    <a:pt x="760717" y="104813"/>
                  </a:lnTo>
                  <a:lnTo>
                    <a:pt x="758380" y="98818"/>
                  </a:lnTo>
                  <a:lnTo>
                    <a:pt x="757085" y="92329"/>
                  </a:lnTo>
                  <a:lnTo>
                    <a:pt x="756983" y="91859"/>
                  </a:lnTo>
                  <a:lnTo>
                    <a:pt x="769493" y="51562"/>
                  </a:lnTo>
                  <a:lnTo>
                    <a:pt x="776351" y="48387"/>
                  </a:lnTo>
                  <a:lnTo>
                    <a:pt x="787908" y="48387"/>
                  </a:lnTo>
                  <a:lnTo>
                    <a:pt x="790829" y="48768"/>
                  </a:lnTo>
                  <a:lnTo>
                    <a:pt x="797179" y="50546"/>
                  </a:lnTo>
                  <a:lnTo>
                    <a:pt x="800087" y="51562"/>
                  </a:lnTo>
                  <a:lnTo>
                    <a:pt x="802132" y="52578"/>
                  </a:lnTo>
                  <a:lnTo>
                    <a:pt x="804799" y="53848"/>
                  </a:lnTo>
                  <a:lnTo>
                    <a:pt x="807085" y="55118"/>
                  </a:lnTo>
                  <a:lnTo>
                    <a:pt x="808863" y="56388"/>
                  </a:lnTo>
                  <a:lnTo>
                    <a:pt x="812292" y="58674"/>
                  </a:lnTo>
                  <a:lnTo>
                    <a:pt x="813435" y="59702"/>
                  </a:lnTo>
                  <a:lnTo>
                    <a:pt x="814451" y="59702"/>
                  </a:lnTo>
                  <a:lnTo>
                    <a:pt x="814451" y="48387"/>
                  </a:lnTo>
                  <a:lnTo>
                    <a:pt x="814451" y="41910"/>
                  </a:lnTo>
                  <a:close/>
                </a:path>
                <a:path w="906145" h="165735">
                  <a:moveTo>
                    <a:pt x="905891" y="36830"/>
                  </a:moveTo>
                  <a:lnTo>
                    <a:pt x="888619" y="36830"/>
                  </a:lnTo>
                  <a:lnTo>
                    <a:pt x="861695" y="106426"/>
                  </a:lnTo>
                  <a:lnTo>
                    <a:pt x="834771" y="36830"/>
                  </a:lnTo>
                  <a:lnTo>
                    <a:pt x="816864" y="36830"/>
                  </a:lnTo>
                  <a:lnTo>
                    <a:pt x="852678" y="126238"/>
                  </a:lnTo>
                  <a:lnTo>
                    <a:pt x="835025" y="165481"/>
                  </a:lnTo>
                  <a:lnTo>
                    <a:pt x="852805" y="165481"/>
                  </a:lnTo>
                  <a:lnTo>
                    <a:pt x="877163" y="106426"/>
                  </a:lnTo>
                  <a:lnTo>
                    <a:pt x="905891" y="36830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72762" y="4760468"/>
              <a:ext cx="696849" cy="99186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1314" y="4972177"/>
              <a:ext cx="695413" cy="134365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5933440" y="2181860"/>
            <a:ext cx="4876800" cy="3162300"/>
            <a:chOff x="5933440" y="2181860"/>
            <a:chExt cx="4876800" cy="3162300"/>
          </a:xfrm>
        </p:grpSpPr>
        <p:sp>
          <p:nvSpPr>
            <p:cNvPr id="16" name="object 16" descr=""/>
            <p:cNvSpPr/>
            <p:nvPr/>
          </p:nvSpPr>
          <p:spPr>
            <a:xfrm>
              <a:off x="5933440" y="2181860"/>
              <a:ext cx="4876800" cy="3162300"/>
            </a:xfrm>
            <a:custGeom>
              <a:avLst/>
              <a:gdLst/>
              <a:ahLst/>
              <a:cxnLst/>
              <a:rect l="l" t="t" r="r" b="b"/>
              <a:pathLst>
                <a:path w="4876800" h="3162300">
                  <a:moveTo>
                    <a:pt x="4858258" y="0"/>
                  </a:moveTo>
                  <a:lnTo>
                    <a:pt x="18542" y="0"/>
                  </a:lnTo>
                  <a:lnTo>
                    <a:pt x="0" y="18541"/>
                  </a:lnTo>
                  <a:lnTo>
                    <a:pt x="0" y="3143745"/>
                  </a:lnTo>
                  <a:lnTo>
                    <a:pt x="15875" y="3161753"/>
                  </a:lnTo>
                  <a:lnTo>
                    <a:pt x="18542" y="3162300"/>
                  </a:lnTo>
                  <a:lnTo>
                    <a:pt x="4858258" y="3162300"/>
                  </a:lnTo>
                  <a:lnTo>
                    <a:pt x="4860925" y="3161753"/>
                  </a:lnTo>
                  <a:lnTo>
                    <a:pt x="4876800" y="3143745"/>
                  </a:lnTo>
                  <a:lnTo>
                    <a:pt x="4876800" y="18541"/>
                  </a:lnTo>
                  <a:lnTo>
                    <a:pt x="4858258" y="0"/>
                  </a:lnTo>
                  <a:close/>
                </a:path>
              </a:pathLst>
            </a:custGeom>
            <a:solidFill>
              <a:srgbClr val="F0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104890" y="235331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57" y="0"/>
                  </a:moveTo>
                  <a:lnTo>
                    <a:pt x="248793" y="0"/>
                  </a:lnTo>
                  <a:lnTo>
                    <a:pt x="215264" y="3301"/>
                  </a:lnTo>
                  <a:lnTo>
                    <a:pt x="166497" y="16383"/>
                  </a:lnTo>
                  <a:lnTo>
                    <a:pt x="121285" y="38608"/>
                  </a:lnTo>
                  <a:lnTo>
                    <a:pt x="81280" y="69341"/>
                  </a:lnTo>
                  <a:lnTo>
                    <a:pt x="48006" y="107314"/>
                  </a:lnTo>
                  <a:lnTo>
                    <a:pt x="22860" y="151002"/>
                  </a:lnTo>
                  <a:lnTo>
                    <a:pt x="6604" y="198755"/>
                  </a:lnTo>
                  <a:lnTo>
                    <a:pt x="0" y="248793"/>
                  </a:lnTo>
                  <a:lnTo>
                    <a:pt x="0" y="265557"/>
                  </a:lnTo>
                  <a:lnTo>
                    <a:pt x="16383" y="347852"/>
                  </a:lnTo>
                  <a:lnTo>
                    <a:pt x="38608" y="393064"/>
                  </a:lnTo>
                  <a:lnTo>
                    <a:pt x="69342" y="433070"/>
                  </a:lnTo>
                  <a:lnTo>
                    <a:pt x="107314" y="466344"/>
                  </a:lnTo>
                  <a:lnTo>
                    <a:pt x="151002" y="491489"/>
                  </a:lnTo>
                  <a:lnTo>
                    <a:pt x="198755" y="507746"/>
                  </a:lnTo>
                  <a:lnTo>
                    <a:pt x="240411" y="513969"/>
                  </a:lnTo>
                  <a:lnTo>
                    <a:pt x="248793" y="514350"/>
                  </a:lnTo>
                  <a:lnTo>
                    <a:pt x="265557" y="514350"/>
                  </a:lnTo>
                  <a:lnTo>
                    <a:pt x="347852" y="497966"/>
                  </a:lnTo>
                  <a:lnTo>
                    <a:pt x="393064" y="475741"/>
                  </a:lnTo>
                  <a:lnTo>
                    <a:pt x="433069" y="445008"/>
                  </a:lnTo>
                  <a:lnTo>
                    <a:pt x="466343" y="407035"/>
                  </a:lnTo>
                  <a:lnTo>
                    <a:pt x="491489" y="363347"/>
                  </a:lnTo>
                  <a:lnTo>
                    <a:pt x="507745" y="315595"/>
                  </a:lnTo>
                  <a:lnTo>
                    <a:pt x="514350" y="265557"/>
                  </a:lnTo>
                  <a:lnTo>
                    <a:pt x="514350" y="248793"/>
                  </a:lnTo>
                  <a:lnTo>
                    <a:pt x="497966" y="166497"/>
                  </a:lnTo>
                  <a:lnTo>
                    <a:pt x="475741" y="121285"/>
                  </a:lnTo>
                  <a:lnTo>
                    <a:pt x="445008" y="81280"/>
                  </a:lnTo>
                  <a:lnTo>
                    <a:pt x="407035" y="48006"/>
                  </a:lnTo>
                  <a:lnTo>
                    <a:pt x="363347" y="22860"/>
                  </a:lnTo>
                  <a:lnTo>
                    <a:pt x="315595" y="6603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DF4E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42685" y="2506396"/>
              <a:ext cx="241211" cy="210642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6090284" y="2994482"/>
            <a:ext cx="3888740" cy="9112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>
                <a:solidFill>
                  <a:srgbClr val="373737"/>
                </a:solidFill>
                <a:latin typeface="Georgia"/>
                <a:cs typeface="Georgia"/>
              </a:rPr>
              <a:t>Catalogue</a:t>
            </a:r>
            <a:r>
              <a:rPr dirty="0" sz="1750" spc="10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750" spc="-20">
                <a:solidFill>
                  <a:srgbClr val="373737"/>
                </a:solidFill>
                <a:latin typeface="Georgia"/>
                <a:cs typeface="Georgia"/>
              </a:rPr>
              <a:t>Study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20000"/>
              </a:lnSpc>
              <a:spcBef>
                <a:spcPts val="975"/>
              </a:spcBef>
            </a:pPr>
            <a:r>
              <a:rPr dirty="0" sz="1350" b="1">
                <a:solidFill>
                  <a:srgbClr val="373737"/>
                </a:solidFill>
                <a:latin typeface="Trebuchet MS"/>
                <a:cs typeface="Trebuchet MS"/>
              </a:rPr>
              <a:t>Models:</a:t>
            </a:r>
            <a:r>
              <a:rPr dirty="0" sz="1350" spc="-35" b="1">
                <a:solidFill>
                  <a:srgbClr val="373737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73737"/>
                </a:solidFill>
                <a:latin typeface="Tahoma"/>
                <a:cs typeface="Tahoma"/>
              </a:rPr>
              <a:t>Naïve</a:t>
            </a:r>
            <a:r>
              <a:rPr dirty="0" sz="1350" spc="-3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73737"/>
                </a:solidFill>
                <a:latin typeface="Tahoma"/>
                <a:cs typeface="Tahoma"/>
              </a:rPr>
              <a:t>Bayes,</a:t>
            </a:r>
            <a:r>
              <a:rPr dirty="0" sz="1350" spc="-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73737"/>
                </a:solidFill>
                <a:latin typeface="Tahoma"/>
                <a:cs typeface="Tahoma"/>
              </a:rPr>
              <a:t>KNN,</a:t>
            </a:r>
            <a:r>
              <a:rPr dirty="0" sz="1350" spc="-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73737"/>
                </a:solidFill>
                <a:latin typeface="Tahoma"/>
                <a:cs typeface="Tahoma"/>
              </a:rPr>
              <a:t>Random</a:t>
            </a:r>
            <a:r>
              <a:rPr dirty="0" sz="1350" spc="-3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73737"/>
                </a:solidFill>
                <a:latin typeface="Tahoma"/>
                <a:cs typeface="Tahoma"/>
              </a:rPr>
              <a:t>Forest,</a:t>
            </a:r>
            <a:r>
              <a:rPr dirty="0" sz="1350" spc="-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73737"/>
                </a:solidFill>
                <a:latin typeface="Tahoma"/>
                <a:cs typeface="Tahoma"/>
              </a:rPr>
              <a:t>Neural Networks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107176" y="4099814"/>
            <a:ext cx="4323080" cy="1040765"/>
            <a:chOff x="6107176" y="4099814"/>
            <a:chExt cx="4323080" cy="1040765"/>
          </a:xfrm>
        </p:grpSpPr>
        <p:sp>
          <p:nvSpPr>
            <p:cNvPr id="21" name="object 21" descr=""/>
            <p:cNvSpPr/>
            <p:nvPr/>
          </p:nvSpPr>
          <p:spPr>
            <a:xfrm>
              <a:off x="6115304" y="4099813"/>
              <a:ext cx="1421765" cy="166370"/>
            </a:xfrm>
            <a:custGeom>
              <a:avLst/>
              <a:gdLst/>
              <a:ahLst/>
              <a:cxnLst/>
              <a:rect l="l" t="t" r="r" b="b"/>
              <a:pathLst>
                <a:path w="1421765" h="166370">
                  <a:moveTo>
                    <a:pt x="85217" y="7620"/>
                  </a:moveTo>
                  <a:lnTo>
                    <a:pt x="0" y="7620"/>
                  </a:lnTo>
                  <a:lnTo>
                    <a:pt x="0" y="130810"/>
                  </a:lnTo>
                  <a:lnTo>
                    <a:pt x="22987" y="130810"/>
                  </a:lnTo>
                  <a:lnTo>
                    <a:pt x="22987" y="74422"/>
                  </a:lnTo>
                  <a:lnTo>
                    <a:pt x="68453" y="74422"/>
                  </a:lnTo>
                  <a:lnTo>
                    <a:pt x="68453" y="55880"/>
                  </a:lnTo>
                  <a:lnTo>
                    <a:pt x="22987" y="55880"/>
                  </a:lnTo>
                  <a:lnTo>
                    <a:pt x="22987" y="27051"/>
                  </a:lnTo>
                  <a:lnTo>
                    <a:pt x="85217" y="27051"/>
                  </a:lnTo>
                  <a:lnTo>
                    <a:pt x="85217" y="7620"/>
                  </a:lnTo>
                  <a:close/>
                </a:path>
                <a:path w="1421765" h="166370">
                  <a:moveTo>
                    <a:pt x="129032" y="40767"/>
                  </a:moveTo>
                  <a:lnTo>
                    <a:pt x="94615" y="40767"/>
                  </a:lnTo>
                  <a:lnTo>
                    <a:pt x="94615" y="58039"/>
                  </a:lnTo>
                  <a:lnTo>
                    <a:pt x="106680" y="58039"/>
                  </a:lnTo>
                  <a:lnTo>
                    <a:pt x="106680" y="130810"/>
                  </a:lnTo>
                  <a:lnTo>
                    <a:pt x="129032" y="130810"/>
                  </a:lnTo>
                  <a:lnTo>
                    <a:pt x="129032" y="40767"/>
                  </a:lnTo>
                  <a:close/>
                </a:path>
                <a:path w="1421765" h="166370">
                  <a:moveTo>
                    <a:pt x="130937" y="14732"/>
                  </a:moveTo>
                  <a:lnTo>
                    <a:pt x="129667" y="11811"/>
                  </a:lnTo>
                  <a:lnTo>
                    <a:pt x="127127" y="9398"/>
                  </a:lnTo>
                  <a:lnTo>
                    <a:pt x="124714" y="6985"/>
                  </a:lnTo>
                  <a:lnTo>
                    <a:pt x="121666" y="5842"/>
                  </a:lnTo>
                  <a:lnTo>
                    <a:pt x="114554" y="5842"/>
                  </a:lnTo>
                  <a:lnTo>
                    <a:pt x="111633" y="6985"/>
                  </a:lnTo>
                  <a:lnTo>
                    <a:pt x="106553" y="11811"/>
                  </a:lnTo>
                  <a:lnTo>
                    <a:pt x="105283" y="14732"/>
                  </a:lnTo>
                  <a:lnTo>
                    <a:pt x="105283" y="21463"/>
                  </a:lnTo>
                  <a:lnTo>
                    <a:pt x="106553" y="24257"/>
                  </a:lnTo>
                  <a:lnTo>
                    <a:pt x="111633" y="29083"/>
                  </a:lnTo>
                  <a:lnTo>
                    <a:pt x="114554" y="30226"/>
                  </a:lnTo>
                  <a:lnTo>
                    <a:pt x="121666" y="30226"/>
                  </a:lnTo>
                  <a:lnTo>
                    <a:pt x="124714" y="29083"/>
                  </a:lnTo>
                  <a:lnTo>
                    <a:pt x="127127" y="26670"/>
                  </a:lnTo>
                  <a:lnTo>
                    <a:pt x="129667" y="24257"/>
                  </a:lnTo>
                  <a:lnTo>
                    <a:pt x="130937" y="21463"/>
                  </a:lnTo>
                  <a:lnTo>
                    <a:pt x="130937" y="14732"/>
                  </a:lnTo>
                  <a:close/>
                </a:path>
                <a:path w="1421765" h="166370">
                  <a:moveTo>
                    <a:pt x="237109" y="75565"/>
                  </a:moveTo>
                  <a:lnTo>
                    <a:pt x="236486" y="67449"/>
                  </a:lnTo>
                  <a:lnTo>
                    <a:pt x="234645" y="60248"/>
                  </a:lnTo>
                  <a:lnTo>
                    <a:pt x="232879" y="56642"/>
                  </a:lnTo>
                  <a:lnTo>
                    <a:pt x="231584" y="53975"/>
                  </a:lnTo>
                  <a:lnTo>
                    <a:pt x="227723" y="49149"/>
                  </a:lnTo>
                  <a:lnTo>
                    <a:pt x="227330" y="48641"/>
                  </a:lnTo>
                  <a:lnTo>
                    <a:pt x="222008" y="44475"/>
                  </a:lnTo>
                  <a:lnTo>
                    <a:pt x="216027" y="41617"/>
                  </a:lnTo>
                  <a:lnTo>
                    <a:pt x="216242" y="41617"/>
                  </a:lnTo>
                  <a:lnTo>
                    <a:pt x="208775" y="39738"/>
                  </a:lnTo>
                  <a:lnTo>
                    <a:pt x="209029" y="39738"/>
                  </a:lnTo>
                  <a:lnTo>
                    <a:pt x="200660" y="39116"/>
                  </a:lnTo>
                  <a:lnTo>
                    <a:pt x="192417" y="39738"/>
                  </a:lnTo>
                  <a:lnTo>
                    <a:pt x="185242" y="41617"/>
                  </a:lnTo>
                  <a:lnTo>
                    <a:pt x="179133" y="44742"/>
                  </a:lnTo>
                  <a:lnTo>
                    <a:pt x="174117" y="49149"/>
                  </a:lnTo>
                  <a:lnTo>
                    <a:pt x="170053" y="40767"/>
                  </a:lnTo>
                  <a:lnTo>
                    <a:pt x="154178" y="40767"/>
                  </a:lnTo>
                  <a:lnTo>
                    <a:pt x="154178" y="130810"/>
                  </a:lnTo>
                  <a:lnTo>
                    <a:pt x="176276" y="130810"/>
                  </a:lnTo>
                  <a:lnTo>
                    <a:pt x="176276" y="65786"/>
                  </a:lnTo>
                  <a:lnTo>
                    <a:pt x="178308" y="63119"/>
                  </a:lnTo>
                  <a:lnTo>
                    <a:pt x="181102" y="60960"/>
                  </a:lnTo>
                  <a:lnTo>
                    <a:pt x="184785" y="59309"/>
                  </a:lnTo>
                  <a:lnTo>
                    <a:pt x="188468" y="57531"/>
                  </a:lnTo>
                  <a:lnTo>
                    <a:pt x="192024" y="56642"/>
                  </a:lnTo>
                  <a:lnTo>
                    <a:pt x="202184" y="56642"/>
                  </a:lnTo>
                  <a:lnTo>
                    <a:pt x="207264" y="58420"/>
                  </a:lnTo>
                  <a:lnTo>
                    <a:pt x="210312" y="61976"/>
                  </a:lnTo>
                  <a:lnTo>
                    <a:pt x="213487" y="65532"/>
                  </a:lnTo>
                  <a:lnTo>
                    <a:pt x="215011" y="71120"/>
                  </a:lnTo>
                  <a:lnTo>
                    <a:pt x="215011" y="130810"/>
                  </a:lnTo>
                  <a:lnTo>
                    <a:pt x="237109" y="130810"/>
                  </a:lnTo>
                  <a:lnTo>
                    <a:pt x="237109" y="75565"/>
                  </a:lnTo>
                  <a:close/>
                </a:path>
                <a:path w="1421765" h="166370">
                  <a:moveTo>
                    <a:pt x="342265" y="2159"/>
                  </a:moveTo>
                  <a:lnTo>
                    <a:pt x="320167" y="7239"/>
                  </a:lnTo>
                  <a:lnTo>
                    <a:pt x="320167" y="43307"/>
                  </a:lnTo>
                  <a:lnTo>
                    <a:pt x="320167" y="62230"/>
                  </a:lnTo>
                  <a:lnTo>
                    <a:pt x="320167" y="109220"/>
                  </a:lnTo>
                  <a:lnTo>
                    <a:pt x="319151" y="110490"/>
                  </a:lnTo>
                  <a:lnTo>
                    <a:pt x="317246" y="111760"/>
                  </a:lnTo>
                  <a:lnTo>
                    <a:pt x="314071" y="112903"/>
                  </a:lnTo>
                  <a:lnTo>
                    <a:pt x="311023" y="114173"/>
                  </a:lnTo>
                  <a:lnTo>
                    <a:pt x="308356" y="114808"/>
                  </a:lnTo>
                  <a:lnTo>
                    <a:pt x="306324" y="114808"/>
                  </a:lnTo>
                  <a:lnTo>
                    <a:pt x="277964" y="87249"/>
                  </a:lnTo>
                  <a:lnTo>
                    <a:pt x="277876" y="77089"/>
                  </a:lnTo>
                  <a:lnTo>
                    <a:pt x="280289" y="69723"/>
                  </a:lnTo>
                  <a:lnTo>
                    <a:pt x="289814" y="59436"/>
                  </a:lnTo>
                  <a:lnTo>
                    <a:pt x="296545" y="56896"/>
                  </a:lnTo>
                  <a:lnTo>
                    <a:pt x="310515" y="56896"/>
                  </a:lnTo>
                  <a:lnTo>
                    <a:pt x="315468" y="58674"/>
                  </a:lnTo>
                  <a:lnTo>
                    <a:pt x="320167" y="62230"/>
                  </a:lnTo>
                  <a:lnTo>
                    <a:pt x="320167" y="43307"/>
                  </a:lnTo>
                  <a:lnTo>
                    <a:pt x="314325" y="40513"/>
                  </a:lnTo>
                  <a:lnTo>
                    <a:pt x="307721" y="39116"/>
                  </a:lnTo>
                  <a:lnTo>
                    <a:pt x="300609" y="39116"/>
                  </a:lnTo>
                  <a:lnTo>
                    <a:pt x="262216" y="59702"/>
                  </a:lnTo>
                  <a:lnTo>
                    <a:pt x="254889" y="87249"/>
                  </a:lnTo>
                  <a:lnTo>
                    <a:pt x="255600" y="97345"/>
                  </a:lnTo>
                  <a:lnTo>
                    <a:pt x="279692" y="129501"/>
                  </a:lnTo>
                  <a:lnTo>
                    <a:pt x="288378" y="131826"/>
                  </a:lnTo>
                  <a:lnTo>
                    <a:pt x="289318" y="131826"/>
                  </a:lnTo>
                  <a:lnTo>
                    <a:pt x="297307" y="132461"/>
                  </a:lnTo>
                  <a:lnTo>
                    <a:pt x="302006" y="132461"/>
                  </a:lnTo>
                  <a:lnTo>
                    <a:pt x="306578" y="131826"/>
                  </a:lnTo>
                  <a:lnTo>
                    <a:pt x="310896" y="130302"/>
                  </a:lnTo>
                  <a:lnTo>
                    <a:pt x="315214" y="128905"/>
                  </a:lnTo>
                  <a:lnTo>
                    <a:pt x="318262" y="127254"/>
                  </a:lnTo>
                  <a:lnTo>
                    <a:pt x="320167" y="125349"/>
                  </a:lnTo>
                  <a:lnTo>
                    <a:pt x="320167" y="130810"/>
                  </a:lnTo>
                  <a:lnTo>
                    <a:pt x="342265" y="130810"/>
                  </a:lnTo>
                  <a:lnTo>
                    <a:pt x="342265" y="125349"/>
                  </a:lnTo>
                  <a:lnTo>
                    <a:pt x="342265" y="114808"/>
                  </a:lnTo>
                  <a:lnTo>
                    <a:pt x="342265" y="56896"/>
                  </a:lnTo>
                  <a:lnTo>
                    <a:pt x="342265" y="43307"/>
                  </a:lnTo>
                  <a:lnTo>
                    <a:pt x="342265" y="2159"/>
                  </a:lnTo>
                  <a:close/>
                </a:path>
                <a:path w="1421765" h="166370">
                  <a:moveTo>
                    <a:pt x="389636" y="40767"/>
                  </a:moveTo>
                  <a:lnTo>
                    <a:pt x="355219" y="40767"/>
                  </a:lnTo>
                  <a:lnTo>
                    <a:pt x="355219" y="58039"/>
                  </a:lnTo>
                  <a:lnTo>
                    <a:pt x="367284" y="58039"/>
                  </a:lnTo>
                  <a:lnTo>
                    <a:pt x="367284" y="130810"/>
                  </a:lnTo>
                  <a:lnTo>
                    <a:pt x="389636" y="130810"/>
                  </a:lnTo>
                  <a:lnTo>
                    <a:pt x="389636" y="40767"/>
                  </a:lnTo>
                  <a:close/>
                </a:path>
                <a:path w="1421765" h="166370">
                  <a:moveTo>
                    <a:pt x="391541" y="14732"/>
                  </a:moveTo>
                  <a:lnTo>
                    <a:pt x="390271" y="11811"/>
                  </a:lnTo>
                  <a:lnTo>
                    <a:pt x="387718" y="9398"/>
                  </a:lnTo>
                  <a:lnTo>
                    <a:pt x="385318" y="6985"/>
                  </a:lnTo>
                  <a:lnTo>
                    <a:pt x="382270" y="5842"/>
                  </a:lnTo>
                  <a:lnTo>
                    <a:pt x="375158" y="5842"/>
                  </a:lnTo>
                  <a:lnTo>
                    <a:pt x="372237" y="6985"/>
                  </a:lnTo>
                  <a:lnTo>
                    <a:pt x="367157" y="11811"/>
                  </a:lnTo>
                  <a:lnTo>
                    <a:pt x="365887" y="14732"/>
                  </a:lnTo>
                  <a:lnTo>
                    <a:pt x="365887" y="21463"/>
                  </a:lnTo>
                  <a:lnTo>
                    <a:pt x="367157" y="24257"/>
                  </a:lnTo>
                  <a:lnTo>
                    <a:pt x="372237" y="29083"/>
                  </a:lnTo>
                  <a:lnTo>
                    <a:pt x="375158" y="30226"/>
                  </a:lnTo>
                  <a:lnTo>
                    <a:pt x="382270" y="30226"/>
                  </a:lnTo>
                  <a:lnTo>
                    <a:pt x="385318" y="29083"/>
                  </a:lnTo>
                  <a:lnTo>
                    <a:pt x="387718" y="26670"/>
                  </a:lnTo>
                  <a:lnTo>
                    <a:pt x="390271" y="24257"/>
                  </a:lnTo>
                  <a:lnTo>
                    <a:pt x="391541" y="21463"/>
                  </a:lnTo>
                  <a:lnTo>
                    <a:pt x="391541" y="14732"/>
                  </a:lnTo>
                  <a:close/>
                </a:path>
                <a:path w="1421765" h="166370">
                  <a:moveTo>
                    <a:pt x="497713" y="75565"/>
                  </a:moveTo>
                  <a:lnTo>
                    <a:pt x="497090" y="67449"/>
                  </a:lnTo>
                  <a:lnTo>
                    <a:pt x="495249" y="60248"/>
                  </a:lnTo>
                  <a:lnTo>
                    <a:pt x="493483" y="56642"/>
                  </a:lnTo>
                  <a:lnTo>
                    <a:pt x="492188" y="53975"/>
                  </a:lnTo>
                  <a:lnTo>
                    <a:pt x="488327" y="49149"/>
                  </a:lnTo>
                  <a:lnTo>
                    <a:pt x="487934" y="48641"/>
                  </a:lnTo>
                  <a:lnTo>
                    <a:pt x="482612" y="44475"/>
                  </a:lnTo>
                  <a:lnTo>
                    <a:pt x="476631" y="41617"/>
                  </a:lnTo>
                  <a:lnTo>
                    <a:pt x="476846" y="41617"/>
                  </a:lnTo>
                  <a:lnTo>
                    <a:pt x="469379" y="39738"/>
                  </a:lnTo>
                  <a:lnTo>
                    <a:pt x="469633" y="39738"/>
                  </a:lnTo>
                  <a:lnTo>
                    <a:pt x="461264" y="39116"/>
                  </a:lnTo>
                  <a:lnTo>
                    <a:pt x="453021" y="39738"/>
                  </a:lnTo>
                  <a:lnTo>
                    <a:pt x="445846" y="41617"/>
                  </a:lnTo>
                  <a:lnTo>
                    <a:pt x="439737" y="44742"/>
                  </a:lnTo>
                  <a:lnTo>
                    <a:pt x="434721" y="49149"/>
                  </a:lnTo>
                  <a:lnTo>
                    <a:pt x="430644" y="40767"/>
                  </a:lnTo>
                  <a:lnTo>
                    <a:pt x="414769" y="40767"/>
                  </a:lnTo>
                  <a:lnTo>
                    <a:pt x="414769" y="130810"/>
                  </a:lnTo>
                  <a:lnTo>
                    <a:pt x="436867" y="130810"/>
                  </a:lnTo>
                  <a:lnTo>
                    <a:pt x="436867" y="65786"/>
                  </a:lnTo>
                  <a:lnTo>
                    <a:pt x="438912" y="63119"/>
                  </a:lnTo>
                  <a:lnTo>
                    <a:pt x="441693" y="60960"/>
                  </a:lnTo>
                  <a:lnTo>
                    <a:pt x="445389" y="59309"/>
                  </a:lnTo>
                  <a:lnTo>
                    <a:pt x="449072" y="57531"/>
                  </a:lnTo>
                  <a:lnTo>
                    <a:pt x="452615" y="56642"/>
                  </a:lnTo>
                  <a:lnTo>
                    <a:pt x="462788" y="56642"/>
                  </a:lnTo>
                  <a:lnTo>
                    <a:pt x="467868" y="58420"/>
                  </a:lnTo>
                  <a:lnTo>
                    <a:pt x="470916" y="61976"/>
                  </a:lnTo>
                  <a:lnTo>
                    <a:pt x="474091" y="65532"/>
                  </a:lnTo>
                  <a:lnTo>
                    <a:pt x="475615" y="71120"/>
                  </a:lnTo>
                  <a:lnTo>
                    <a:pt x="475615" y="130810"/>
                  </a:lnTo>
                  <a:lnTo>
                    <a:pt x="497713" y="130810"/>
                  </a:lnTo>
                  <a:lnTo>
                    <a:pt x="497713" y="75565"/>
                  </a:lnTo>
                  <a:close/>
                </a:path>
                <a:path w="1421765" h="166370">
                  <a:moveTo>
                    <a:pt x="596138" y="47117"/>
                  </a:moveTo>
                  <a:lnTo>
                    <a:pt x="591883" y="43434"/>
                  </a:lnTo>
                  <a:lnTo>
                    <a:pt x="580898" y="33909"/>
                  </a:lnTo>
                  <a:lnTo>
                    <a:pt x="572135" y="43434"/>
                  </a:lnTo>
                  <a:lnTo>
                    <a:pt x="568452" y="41478"/>
                  </a:lnTo>
                  <a:lnTo>
                    <a:pt x="568452" y="77851"/>
                  </a:lnTo>
                  <a:lnTo>
                    <a:pt x="567016" y="81915"/>
                  </a:lnTo>
                  <a:lnTo>
                    <a:pt x="566928" y="82169"/>
                  </a:lnTo>
                  <a:lnTo>
                    <a:pt x="561340" y="88519"/>
                  </a:lnTo>
                  <a:lnTo>
                    <a:pt x="557276" y="90043"/>
                  </a:lnTo>
                  <a:lnTo>
                    <a:pt x="546862" y="90043"/>
                  </a:lnTo>
                  <a:lnTo>
                    <a:pt x="542988" y="88519"/>
                  </a:lnTo>
                  <a:lnTo>
                    <a:pt x="542785" y="88519"/>
                  </a:lnTo>
                  <a:lnTo>
                    <a:pt x="536448" y="81915"/>
                  </a:lnTo>
                  <a:lnTo>
                    <a:pt x="534962" y="77851"/>
                  </a:lnTo>
                  <a:lnTo>
                    <a:pt x="534924" y="67564"/>
                  </a:lnTo>
                  <a:lnTo>
                    <a:pt x="536460" y="64008"/>
                  </a:lnTo>
                  <a:lnTo>
                    <a:pt x="536575" y="63754"/>
                  </a:lnTo>
                  <a:lnTo>
                    <a:pt x="542925" y="57658"/>
                  </a:lnTo>
                  <a:lnTo>
                    <a:pt x="546989" y="56134"/>
                  </a:lnTo>
                  <a:lnTo>
                    <a:pt x="556895" y="56134"/>
                  </a:lnTo>
                  <a:lnTo>
                    <a:pt x="560832" y="57658"/>
                  </a:lnTo>
                  <a:lnTo>
                    <a:pt x="566928" y="64008"/>
                  </a:lnTo>
                  <a:lnTo>
                    <a:pt x="568337" y="67564"/>
                  </a:lnTo>
                  <a:lnTo>
                    <a:pt x="568452" y="77851"/>
                  </a:lnTo>
                  <a:lnTo>
                    <a:pt x="568452" y="41478"/>
                  </a:lnTo>
                  <a:lnTo>
                    <a:pt x="566420" y="40386"/>
                  </a:lnTo>
                  <a:lnTo>
                    <a:pt x="559435" y="38862"/>
                  </a:lnTo>
                  <a:lnTo>
                    <a:pt x="550926" y="38862"/>
                  </a:lnTo>
                  <a:lnTo>
                    <a:pt x="515200" y="59042"/>
                  </a:lnTo>
                  <a:lnTo>
                    <a:pt x="512457" y="72390"/>
                  </a:lnTo>
                  <a:lnTo>
                    <a:pt x="513372" y="80340"/>
                  </a:lnTo>
                  <a:lnTo>
                    <a:pt x="513435" y="80911"/>
                  </a:lnTo>
                  <a:lnTo>
                    <a:pt x="516458" y="88519"/>
                  </a:lnTo>
                  <a:lnTo>
                    <a:pt x="521487" y="95097"/>
                  </a:lnTo>
                  <a:lnTo>
                    <a:pt x="528574" y="100584"/>
                  </a:lnTo>
                  <a:lnTo>
                    <a:pt x="525272" y="101981"/>
                  </a:lnTo>
                  <a:lnTo>
                    <a:pt x="522224" y="104013"/>
                  </a:lnTo>
                  <a:lnTo>
                    <a:pt x="517271" y="109728"/>
                  </a:lnTo>
                  <a:lnTo>
                    <a:pt x="516166" y="112268"/>
                  </a:lnTo>
                  <a:lnTo>
                    <a:pt x="516001" y="112776"/>
                  </a:lnTo>
                  <a:lnTo>
                    <a:pt x="516001" y="115697"/>
                  </a:lnTo>
                  <a:lnTo>
                    <a:pt x="517398" y="122466"/>
                  </a:lnTo>
                  <a:lnTo>
                    <a:pt x="521652" y="127304"/>
                  </a:lnTo>
                  <a:lnTo>
                    <a:pt x="528751" y="130225"/>
                  </a:lnTo>
                  <a:lnTo>
                    <a:pt x="538734" y="131191"/>
                  </a:lnTo>
                  <a:lnTo>
                    <a:pt x="541147" y="131191"/>
                  </a:lnTo>
                  <a:lnTo>
                    <a:pt x="544830" y="130937"/>
                  </a:lnTo>
                  <a:lnTo>
                    <a:pt x="549783" y="130429"/>
                  </a:lnTo>
                  <a:lnTo>
                    <a:pt x="554609" y="129794"/>
                  </a:lnTo>
                  <a:lnTo>
                    <a:pt x="558292" y="129540"/>
                  </a:lnTo>
                  <a:lnTo>
                    <a:pt x="569976" y="129540"/>
                  </a:lnTo>
                  <a:lnTo>
                    <a:pt x="574421" y="132207"/>
                  </a:lnTo>
                  <a:lnTo>
                    <a:pt x="574421" y="140716"/>
                  </a:lnTo>
                  <a:lnTo>
                    <a:pt x="572389" y="143129"/>
                  </a:lnTo>
                  <a:lnTo>
                    <a:pt x="568325" y="144907"/>
                  </a:lnTo>
                  <a:lnTo>
                    <a:pt x="564134" y="146685"/>
                  </a:lnTo>
                  <a:lnTo>
                    <a:pt x="558927" y="147574"/>
                  </a:lnTo>
                  <a:lnTo>
                    <a:pt x="552577" y="147574"/>
                  </a:lnTo>
                  <a:lnTo>
                    <a:pt x="545617" y="146964"/>
                  </a:lnTo>
                  <a:lnTo>
                    <a:pt x="539013" y="145084"/>
                  </a:lnTo>
                  <a:lnTo>
                    <a:pt x="532752" y="141960"/>
                  </a:lnTo>
                  <a:lnTo>
                    <a:pt x="526796" y="137541"/>
                  </a:lnTo>
                  <a:lnTo>
                    <a:pt x="512826" y="153924"/>
                  </a:lnTo>
                  <a:lnTo>
                    <a:pt x="521868" y="159258"/>
                  </a:lnTo>
                  <a:lnTo>
                    <a:pt x="531456" y="163068"/>
                  </a:lnTo>
                  <a:lnTo>
                    <a:pt x="541578" y="165354"/>
                  </a:lnTo>
                  <a:lnTo>
                    <a:pt x="552196" y="166116"/>
                  </a:lnTo>
                  <a:lnTo>
                    <a:pt x="560920" y="165646"/>
                  </a:lnTo>
                  <a:lnTo>
                    <a:pt x="595210" y="147574"/>
                  </a:lnTo>
                  <a:lnTo>
                    <a:pt x="596138" y="146050"/>
                  </a:lnTo>
                  <a:lnTo>
                    <a:pt x="596138" y="136906"/>
                  </a:lnTo>
                  <a:lnTo>
                    <a:pt x="595058" y="131191"/>
                  </a:lnTo>
                  <a:lnTo>
                    <a:pt x="595007" y="130937"/>
                  </a:lnTo>
                  <a:lnTo>
                    <a:pt x="594918" y="130429"/>
                  </a:lnTo>
                  <a:lnTo>
                    <a:pt x="594791" y="129794"/>
                  </a:lnTo>
                  <a:lnTo>
                    <a:pt x="594753" y="129540"/>
                  </a:lnTo>
                  <a:lnTo>
                    <a:pt x="594106" y="126149"/>
                  </a:lnTo>
                  <a:lnTo>
                    <a:pt x="588048" y="118452"/>
                  </a:lnTo>
                  <a:lnTo>
                    <a:pt x="580136" y="114808"/>
                  </a:lnTo>
                  <a:lnTo>
                    <a:pt x="577964" y="113817"/>
                  </a:lnTo>
                  <a:lnTo>
                    <a:pt x="563880" y="112268"/>
                  </a:lnTo>
                  <a:lnTo>
                    <a:pt x="560832" y="112268"/>
                  </a:lnTo>
                  <a:lnTo>
                    <a:pt x="557149" y="112776"/>
                  </a:lnTo>
                  <a:lnTo>
                    <a:pt x="552208" y="113665"/>
                  </a:lnTo>
                  <a:lnTo>
                    <a:pt x="548513" y="114427"/>
                  </a:lnTo>
                  <a:lnTo>
                    <a:pt x="545465" y="114808"/>
                  </a:lnTo>
                  <a:lnTo>
                    <a:pt x="539623" y="114808"/>
                  </a:lnTo>
                  <a:lnTo>
                    <a:pt x="537591" y="113665"/>
                  </a:lnTo>
                  <a:lnTo>
                    <a:pt x="537591" y="110236"/>
                  </a:lnTo>
                  <a:lnTo>
                    <a:pt x="538988" y="108966"/>
                  </a:lnTo>
                  <a:lnTo>
                    <a:pt x="541642" y="107696"/>
                  </a:lnTo>
                  <a:lnTo>
                    <a:pt x="545973" y="105918"/>
                  </a:lnTo>
                  <a:lnTo>
                    <a:pt x="546354" y="105918"/>
                  </a:lnTo>
                  <a:lnTo>
                    <a:pt x="550037" y="106426"/>
                  </a:lnTo>
                  <a:lnTo>
                    <a:pt x="554024" y="106807"/>
                  </a:lnTo>
                  <a:lnTo>
                    <a:pt x="556387" y="106807"/>
                  </a:lnTo>
                  <a:lnTo>
                    <a:pt x="563575" y="106235"/>
                  </a:lnTo>
                  <a:lnTo>
                    <a:pt x="564781" y="105918"/>
                  </a:lnTo>
                  <a:lnTo>
                    <a:pt x="570115" y="104521"/>
                  </a:lnTo>
                  <a:lnTo>
                    <a:pt x="576008" y="101663"/>
                  </a:lnTo>
                  <a:lnTo>
                    <a:pt x="581279" y="97663"/>
                  </a:lnTo>
                  <a:lnTo>
                    <a:pt x="585533" y="92646"/>
                  </a:lnTo>
                  <a:lnTo>
                    <a:pt x="586905" y="90043"/>
                  </a:lnTo>
                  <a:lnTo>
                    <a:pt x="588594" y="86868"/>
                  </a:lnTo>
                  <a:lnTo>
                    <a:pt x="590435" y="80340"/>
                  </a:lnTo>
                  <a:lnTo>
                    <a:pt x="591058" y="73025"/>
                  </a:lnTo>
                  <a:lnTo>
                    <a:pt x="591058" y="65913"/>
                  </a:lnTo>
                  <a:lnTo>
                    <a:pt x="589280" y="59690"/>
                  </a:lnTo>
                  <a:lnTo>
                    <a:pt x="586816" y="56134"/>
                  </a:lnTo>
                  <a:lnTo>
                    <a:pt x="585597" y="54356"/>
                  </a:lnTo>
                  <a:lnTo>
                    <a:pt x="596138" y="47117"/>
                  </a:lnTo>
                  <a:close/>
                </a:path>
                <a:path w="1421765" h="166370">
                  <a:moveTo>
                    <a:pt x="668528" y="99314"/>
                  </a:moveTo>
                  <a:lnTo>
                    <a:pt x="666750" y="93980"/>
                  </a:lnTo>
                  <a:lnTo>
                    <a:pt x="659384" y="85090"/>
                  </a:lnTo>
                  <a:lnTo>
                    <a:pt x="653415" y="81280"/>
                  </a:lnTo>
                  <a:lnTo>
                    <a:pt x="636778" y="75057"/>
                  </a:lnTo>
                  <a:lnTo>
                    <a:pt x="631444" y="72644"/>
                  </a:lnTo>
                  <a:lnTo>
                    <a:pt x="628904" y="70739"/>
                  </a:lnTo>
                  <a:lnTo>
                    <a:pt x="626364" y="68961"/>
                  </a:lnTo>
                  <a:lnTo>
                    <a:pt x="625094" y="66802"/>
                  </a:lnTo>
                  <a:lnTo>
                    <a:pt x="625094" y="58674"/>
                  </a:lnTo>
                  <a:lnTo>
                    <a:pt x="628904" y="55753"/>
                  </a:lnTo>
                  <a:lnTo>
                    <a:pt x="645287" y="55753"/>
                  </a:lnTo>
                  <a:lnTo>
                    <a:pt x="652018" y="57785"/>
                  </a:lnTo>
                  <a:lnTo>
                    <a:pt x="656844" y="61722"/>
                  </a:lnTo>
                  <a:lnTo>
                    <a:pt x="659053" y="56007"/>
                  </a:lnTo>
                  <a:lnTo>
                    <a:pt x="659155" y="55753"/>
                  </a:lnTo>
                  <a:lnTo>
                    <a:pt x="663194" y="45339"/>
                  </a:lnTo>
                  <a:lnTo>
                    <a:pt x="656539" y="42608"/>
                  </a:lnTo>
                  <a:lnTo>
                    <a:pt x="649706" y="40665"/>
                  </a:lnTo>
                  <a:lnTo>
                    <a:pt x="642670" y="39509"/>
                  </a:lnTo>
                  <a:lnTo>
                    <a:pt x="635381" y="39116"/>
                  </a:lnTo>
                  <a:lnTo>
                    <a:pt x="625729" y="39116"/>
                  </a:lnTo>
                  <a:lnTo>
                    <a:pt x="617728" y="41275"/>
                  </a:lnTo>
                  <a:lnTo>
                    <a:pt x="605282" y="49911"/>
                  </a:lnTo>
                  <a:lnTo>
                    <a:pt x="602107" y="56007"/>
                  </a:lnTo>
                  <a:lnTo>
                    <a:pt x="602107" y="63754"/>
                  </a:lnTo>
                  <a:lnTo>
                    <a:pt x="634111" y="93853"/>
                  </a:lnTo>
                  <a:lnTo>
                    <a:pt x="639064" y="96393"/>
                  </a:lnTo>
                  <a:lnTo>
                    <a:pt x="641731" y="98552"/>
                  </a:lnTo>
                  <a:lnTo>
                    <a:pt x="644271" y="100838"/>
                  </a:lnTo>
                  <a:lnTo>
                    <a:pt x="645541" y="103632"/>
                  </a:lnTo>
                  <a:lnTo>
                    <a:pt x="645541" y="112903"/>
                  </a:lnTo>
                  <a:lnTo>
                    <a:pt x="641223" y="115697"/>
                  </a:lnTo>
                  <a:lnTo>
                    <a:pt x="624332" y="115697"/>
                  </a:lnTo>
                  <a:lnTo>
                    <a:pt x="616966" y="113284"/>
                  </a:lnTo>
                  <a:lnTo>
                    <a:pt x="610362" y="108331"/>
                  </a:lnTo>
                  <a:lnTo>
                    <a:pt x="602488" y="124968"/>
                  </a:lnTo>
                  <a:lnTo>
                    <a:pt x="608457" y="128016"/>
                  </a:lnTo>
                  <a:lnTo>
                    <a:pt x="613283" y="130048"/>
                  </a:lnTo>
                  <a:lnTo>
                    <a:pt x="617093" y="131064"/>
                  </a:lnTo>
                  <a:lnTo>
                    <a:pt x="621144" y="132016"/>
                  </a:lnTo>
                  <a:lnTo>
                    <a:pt x="621474" y="132016"/>
                  </a:lnTo>
                  <a:lnTo>
                    <a:pt x="625983" y="132461"/>
                  </a:lnTo>
                  <a:lnTo>
                    <a:pt x="632206" y="132461"/>
                  </a:lnTo>
                  <a:lnTo>
                    <a:pt x="640156" y="132016"/>
                  </a:lnTo>
                  <a:lnTo>
                    <a:pt x="667639" y="115697"/>
                  </a:lnTo>
                  <a:lnTo>
                    <a:pt x="668528" y="113919"/>
                  </a:lnTo>
                  <a:lnTo>
                    <a:pt x="668528" y="99314"/>
                  </a:lnTo>
                  <a:close/>
                </a:path>
                <a:path w="1421765" h="166370">
                  <a:moveTo>
                    <a:pt x="719709" y="115570"/>
                  </a:moveTo>
                  <a:lnTo>
                    <a:pt x="718185" y="112014"/>
                  </a:lnTo>
                  <a:lnTo>
                    <a:pt x="715137" y="109093"/>
                  </a:lnTo>
                  <a:lnTo>
                    <a:pt x="711962" y="106172"/>
                  </a:lnTo>
                  <a:lnTo>
                    <a:pt x="708279" y="104648"/>
                  </a:lnTo>
                  <a:lnTo>
                    <a:pt x="699389" y="104648"/>
                  </a:lnTo>
                  <a:lnTo>
                    <a:pt x="695706" y="106172"/>
                  </a:lnTo>
                  <a:lnTo>
                    <a:pt x="692531" y="109093"/>
                  </a:lnTo>
                  <a:lnTo>
                    <a:pt x="689483" y="112014"/>
                  </a:lnTo>
                  <a:lnTo>
                    <a:pt x="687959" y="115570"/>
                  </a:lnTo>
                  <a:lnTo>
                    <a:pt x="687959" y="123952"/>
                  </a:lnTo>
                  <a:lnTo>
                    <a:pt x="689483" y="127635"/>
                  </a:lnTo>
                  <a:lnTo>
                    <a:pt x="692531" y="130556"/>
                  </a:lnTo>
                  <a:lnTo>
                    <a:pt x="695706" y="133477"/>
                  </a:lnTo>
                  <a:lnTo>
                    <a:pt x="699389" y="135001"/>
                  </a:lnTo>
                  <a:lnTo>
                    <a:pt x="708279" y="135001"/>
                  </a:lnTo>
                  <a:lnTo>
                    <a:pt x="711962" y="133477"/>
                  </a:lnTo>
                  <a:lnTo>
                    <a:pt x="715137" y="130556"/>
                  </a:lnTo>
                  <a:lnTo>
                    <a:pt x="718185" y="127635"/>
                  </a:lnTo>
                  <a:lnTo>
                    <a:pt x="719709" y="123952"/>
                  </a:lnTo>
                  <a:lnTo>
                    <a:pt x="719709" y="115570"/>
                  </a:lnTo>
                  <a:close/>
                </a:path>
                <a:path w="1421765" h="166370">
                  <a:moveTo>
                    <a:pt x="719709" y="47498"/>
                  </a:moveTo>
                  <a:lnTo>
                    <a:pt x="718185" y="43942"/>
                  </a:lnTo>
                  <a:lnTo>
                    <a:pt x="711962" y="37973"/>
                  </a:lnTo>
                  <a:lnTo>
                    <a:pt x="708279" y="36576"/>
                  </a:lnTo>
                  <a:lnTo>
                    <a:pt x="699389" y="36576"/>
                  </a:lnTo>
                  <a:lnTo>
                    <a:pt x="695706" y="37973"/>
                  </a:lnTo>
                  <a:lnTo>
                    <a:pt x="689483" y="43942"/>
                  </a:lnTo>
                  <a:lnTo>
                    <a:pt x="687959" y="47498"/>
                  </a:lnTo>
                  <a:lnTo>
                    <a:pt x="687959" y="55880"/>
                  </a:lnTo>
                  <a:lnTo>
                    <a:pt x="689483" y="59436"/>
                  </a:lnTo>
                  <a:lnTo>
                    <a:pt x="692531" y="62484"/>
                  </a:lnTo>
                  <a:lnTo>
                    <a:pt x="695706" y="65405"/>
                  </a:lnTo>
                  <a:lnTo>
                    <a:pt x="699389" y="66929"/>
                  </a:lnTo>
                  <a:lnTo>
                    <a:pt x="708279" y="66929"/>
                  </a:lnTo>
                  <a:lnTo>
                    <a:pt x="711962" y="65405"/>
                  </a:lnTo>
                  <a:lnTo>
                    <a:pt x="715137" y="62484"/>
                  </a:lnTo>
                  <a:lnTo>
                    <a:pt x="718185" y="59436"/>
                  </a:lnTo>
                  <a:lnTo>
                    <a:pt x="719709" y="55880"/>
                  </a:lnTo>
                  <a:lnTo>
                    <a:pt x="719709" y="47498"/>
                  </a:lnTo>
                  <a:close/>
                </a:path>
                <a:path w="1421765" h="166370">
                  <a:moveTo>
                    <a:pt x="899033" y="130810"/>
                  </a:moveTo>
                  <a:lnTo>
                    <a:pt x="856208" y="81026"/>
                  </a:lnTo>
                  <a:lnTo>
                    <a:pt x="852170" y="76327"/>
                  </a:lnTo>
                  <a:lnTo>
                    <a:pt x="860552" y="73406"/>
                  </a:lnTo>
                  <a:lnTo>
                    <a:pt x="867283" y="68834"/>
                  </a:lnTo>
                  <a:lnTo>
                    <a:pt x="868553" y="67183"/>
                  </a:lnTo>
                  <a:lnTo>
                    <a:pt x="872109" y="62611"/>
                  </a:lnTo>
                  <a:lnTo>
                    <a:pt x="877062" y="56388"/>
                  </a:lnTo>
                  <a:lnTo>
                    <a:pt x="879386" y="49022"/>
                  </a:lnTo>
                  <a:lnTo>
                    <a:pt x="879475" y="33020"/>
                  </a:lnTo>
                  <a:lnTo>
                    <a:pt x="878078" y="27559"/>
                  </a:lnTo>
                  <a:lnTo>
                    <a:pt x="873506" y="19939"/>
                  </a:lnTo>
                  <a:lnTo>
                    <a:pt x="872744" y="18669"/>
                  </a:lnTo>
                  <a:lnTo>
                    <a:pt x="869188" y="14986"/>
                  </a:lnTo>
                  <a:lnTo>
                    <a:pt x="864489" y="12192"/>
                  </a:lnTo>
                  <a:lnTo>
                    <a:pt x="861187" y="10185"/>
                  </a:lnTo>
                  <a:lnTo>
                    <a:pt x="861187" y="37211"/>
                  </a:lnTo>
                  <a:lnTo>
                    <a:pt x="861187" y="45212"/>
                  </a:lnTo>
                  <a:lnTo>
                    <a:pt x="860590" y="48768"/>
                  </a:lnTo>
                  <a:lnTo>
                    <a:pt x="835025" y="67183"/>
                  </a:lnTo>
                  <a:lnTo>
                    <a:pt x="814705" y="67183"/>
                  </a:lnTo>
                  <a:lnTo>
                    <a:pt x="814705" y="19939"/>
                  </a:lnTo>
                  <a:lnTo>
                    <a:pt x="836803" y="19939"/>
                  </a:lnTo>
                  <a:lnTo>
                    <a:pt x="861187" y="37211"/>
                  </a:lnTo>
                  <a:lnTo>
                    <a:pt x="861187" y="10185"/>
                  </a:lnTo>
                  <a:lnTo>
                    <a:pt x="838581" y="5588"/>
                  </a:lnTo>
                  <a:lnTo>
                    <a:pt x="797179" y="5588"/>
                  </a:lnTo>
                  <a:lnTo>
                    <a:pt x="797179" y="130810"/>
                  </a:lnTo>
                  <a:lnTo>
                    <a:pt x="814705" y="130810"/>
                  </a:lnTo>
                  <a:lnTo>
                    <a:pt x="814705" y="81026"/>
                  </a:lnTo>
                  <a:lnTo>
                    <a:pt x="834644" y="81026"/>
                  </a:lnTo>
                  <a:lnTo>
                    <a:pt x="876300" y="130810"/>
                  </a:lnTo>
                  <a:lnTo>
                    <a:pt x="899033" y="130810"/>
                  </a:lnTo>
                  <a:close/>
                </a:path>
                <a:path w="1421765" h="166370">
                  <a:moveTo>
                    <a:pt x="978662" y="60706"/>
                  </a:moveTo>
                  <a:lnTo>
                    <a:pt x="977773" y="55753"/>
                  </a:lnTo>
                  <a:lnTo>
                    <a:pt x="976210" y="51816"/>
                  </a:lnTo>
                  <a:lnTo>
                    <a:pt x="974890" y="48768"/>
                  </a:lnTo>
                  <a:lnTo>
                    <a:pt x="974788" y="48514"/>
                  </a:lnTo>
                  <a:lnTo>
                    <a:pt x="945134" y="34671"/>
                  </a:lnTo>
                  <a:lnTo>
                    <a:pt x="932815" y="34671"/>
                  </a:lnTo>
                  <a:lnTo>
                    <a:pt x="907796" y="38989"/>
                  </a:lnTo>
                  <a:lnTo>
                    <a:pt x="908304" y="38989"/>
                  </a:lnTo>
                  <a:lnTo>
                    <a:pt x="908304" y="54991"/>
                  </a:lnTo>
                  <a:lnTo>
                    <a:pt x="909193" y="54991"/>
                  </a:lnTo>
                  <a:lnTo>
                    <a:pt x="914082" y="52959"/>
                  </a:lnTo>
                  <a:lnTo>
                    <a:pt x="913955" y="52959"/>
                  </a:lnTo>
                  <a:lnTo>
                    <a:pt x="919607" y="51308"/>
                  </a:lnTo>
                  <a:lnTo>
                    <a:pt x="924814" y="50165"/>
                  </a:lnTo>
                  <a:lnTo>
                    <a:pt x="929894" y="49149"/>
                  </a:lnTo>
                  <a:lnTo>
                    <a:pt x="934466" y="48514"/>
                  </a:lnTo>
                  <a:lnTo>
                    <a:pt x="941451" y="48514"/>
                  </a:lnTo>
                  <a:lnTo>
                    <a:pt x="955548" y="51816"/>
                  </a:lnTo>
                  <a:lnTo>
                    <a:pt x="957580" y="52959"/>
                  </a:lnTo>
                  <a:lnTo>
                    <a:pt x="959231" y="54737"/>
                  </a:lnTo>
                  <a:lnTo>
                    <a:pt x="960374" y="57023"/>
                  </a:lnTo>
                  <a:lnTo>
                    <a:pt x="961644" y="59309"/>
                  </a:lnTo>
                  <a:lnTo>
                    <a:pt x="962152" y="62230"/>
                  </a:lnTo>
                  <a:lnTo>
                    <a:pt x="962152" y="68961"/>
                  </a:lnTo>
                  <a:lnTo>
                    <a:pt x="962152" y="81661"/>
                  </a:lnTo>
                  <a:lnTo>
                    <a:pt x="962152" y="107696"/>
                  </a:lnTo>
                  <a:lnTo>
                    <a:pt x="958469" y="110871"/>
                  </a:lnTo>
                  <a:lnTo>
                    <a:pt x="954532" y="113411"/>
                  </a:lnTo>
                  <a:lnTo>
                    <a:pt x="950341" y="115570"/>
                  </a:lnTo>
                  <a:lnTo>
                    <a:pt x="946023" y="117729"/>
                  </a:lnTo>
                  <a:lnTo>
                    <a:pt x="941324" y="118872"/>
                  </a:lnTo>
                  <a:lnTo>
                    <a:pt x="929894" y="118872"/>
                  </a:lnTo>
                  <a:lnTo>
                    <a:pt x="925322" y="117475"/>
                  </a:lnTo>
                  <a:lnTo>
                    <a:pt x="922147" y="114808"/>
                  </a:lnTo>
                  <a:lnTo>
                    <a:pt x="918972" y="112014"/>
                  </a:lnTo>
                  <a:lnTo>
                    <a:pt x="917321" y="107950"/>
                  </a:lnTo>
                  <a:lnTo>
                    <a:pt x="917321" y="97790"/>
                  </a:lnTo>
                  <a:lnTo>
                    <a:pt x="947293" y="83058"/>
                  </a:lnTo>
                  <a:lnTo>
                    <a:pt x="958215" y="81915"/>
                  </a:lnTo>
                  <a:lnTo>
                    <a:pt x="962152" y="81661"/>
                  </a:lnTo>
                  <a:lnTo>
                    <a:pt x="962152" y="68961"/>
                  </a:lnTo>
                  <a:lnTo>
                    <a:pt x="953516" y="69469"/>
                  </a:lnTo>
                  <a:lnTo>
                    <a:pt x="945388" y="70104"/>
                  </a:lnTo>
                  <a:lnTo>
                    <a:pt x="937768" y="71120"/>
                  </a:lnTo>
                  <a:lnTo>
                    <a:pt x="930275" y="72009"/>
                  </a:lnTo>
                  <a:lnTo>
                    <a:pt x="900176" y="97028"/>
                  </a:lnTo>
                  <a:lnTo>
                    <a:pt x="900201" y="107950"/>
                  </a:lnTo>
                  <a:lnTo>
                    <a:pt x="918591" y="131191"/>
                  </a:lnTo>
                  <a:lnTo>
                    <a:pt x="922274" y="132715"/>
                  </a:lnTo>
                  <a:lnTo>
                    <a:pt x="926084" y="133477"/>
                  </a:lnTo>
                  <a:lnTo>
                    <a:pt x="935101" y="133477"/>
                  </a:lnTo>
                  <a:lnTo>
                    <a:pt x="958977" y="123063"/>
                  </a:lnTo>
                  <a:lnTo>
                    <a:pt x="960882" y="121793"/>
                  </a:lnTo>
                  <a:lnTo>
                    <a:pt x="962152" y="120777"/>
                  </a:lnTo>
                  <a:lnTo>
                    <a:pt x="962152" y="130810"/>
                  </a:lnTo>
                  <a:lnTo>
                    <a:pt x="978662" y="130810"/>
                  </a:lnTo>
                  <a:lnTo>
                    <a:pt x="978662" y="120777"/>
                  </a:lnTo>
                  <a:lnTo>
                    <a:pt x="978662" y="118872"/>
                  </a:lnTo>
                  <a:lnTo>
                    <a:pt x="978662" y="81661"/>
                  </a:lnTo>
                  <a:lnTo>
                    <a:pt x="978662" y="60706"/>
                  </a:lnTo>
                  <a:close/>
                </a:path>
                <a:path w="1421765" h="166370">
                  <a:moveTo>
                    <a:pt x="1076071" y="130810"/>
                  </a:moveTo>
                  <a:lnTo>
                    <a:pt x="1076007" y="68961"/>
                  </a:lnTo>
                  <a:lnTo>
                    <a:pt x="1054735" y="34290"/>
                  </a:lnTo>
                  <a:lnTo>
                    <a:pt x="1039749" y="34290"/>
                  </a:lnTo>
                  <a:lnTo>
                    <a:pt x="1015111" y="47371"/>
                  </a:lnTo>
                  <a:lnTo>
                    <a:pt x="1015111" y="36830"/>
                  </a:lnTo>
                  <a:lnTo>
                    <a:pt x="998601" y="36830"/>
                  </a:lnTo>
                  <a:lnTo>
                    <a:pt x="998601" y="130810"/>
                  </a:lnTo>
                  <a:lnTo>
                    <a:pt x="1015111" y="130810"/>
                  </a:lnTo>
                  <a:lnTo>
                    <a:pt x="1015111" y="60706"/>
                  </a:lnTo>
                  <a:lnTo>
                    <a:pt x="1019302" y="57277"/>
                  </a:lnTo>
                  <a:lnTo>
                    <a:pt x="1023620" y="54610"/>
                  </a:lnTo>
                  <a:lnTo>
                    <a:pt x="1027938" y="52451"/>
                  </a:lnTo>
                  <a:lnTo>
                    <a:pt x="1032383" y="50419"/>
                  </a:lnTo>
                  <a:lnTo>
                    <a:pt x="1036574" y="49276"/>
                  </a:lnTo>
                  <a:lnTo>
                    <a:pt x="1044956" y="49276"/>
                  </a:lnTo>
                  <a:lnTo>
                    <a:pt x="1058799" y="65278"/>
                  </a:lnTo>
                  <a:lnTo>
                    <a:pt x="1059307" y="68961"/>
                  </a:lnTo>
                  <a:lnTo>
                    <a:pt x="1059332" y="69850"/>
                  </a:lnTo>
                  <a:lnTo>
                    <a:pt x="1059434" y="130810"/>
                  </a:lnTo>
                  <a:lnTo>
                    <a:pt x="1076071" y="130810"/>
                  </a:lnTo>
                  <a:close/>
                </a:path>
                <a:path w="1421765" h="166370">
                  <a:moveTo>
                    <a:pt x="1175004" y="0"/>
                  </a:moveTo>
                  <a:lnTo>
                    <a:pt x="1158494" y="0"/>
                  </a:lnTo>
                  <a:lnTo>
                    <a:pt x="1158494" y="40640"/>
                  </a:lnTo>
                  <a:lnTo>
                    <a:pt x="1158494" y="53848"/>
                  </a:lnTo>
                  <a:lnTo>
                    <a:pt x="1158494" y="107950"/>
                  </a:lnTo>
                  <a:lnTo>
                    <a:pt x="1154557" y="111125"/>
                  </a:lnTo>
                  <a:lnTo>
                    <a:pt x="1150366" y="113665"/>
                  </a:lnTo>
                  <a:lnTo>
                    <a:pt x="1146048" y="115570"/>
                  </a:lnTo>
                  <a:lnTo>
                    <a:pt x="1141603" y="117475"/>
                  </a:lnTo>
                  <a:lnTo>
                    <a:pt x="1137158" y="118364"/>
                  </a:lnTo>
                  <a:lnTo>
                    <a:pt x="1124712" y="118364"/>
                  </a:lnTo>
                  <a:lnTo>
                    <a:pt x="1118997" y="115570"/>
                  </a:lnTo>
                  <a:lnTo>
                    <a:pt x="1118819" y="115570"/>
                  </a:lnTo>
                  <a:lnTo>
                    <a:pt x="1109472" y="84201"/>
                  </a:lnTo>
                  <a:lnTo>
                    <a:pt x="1109903" y="76327"/>
                  </a:lnTo>
                  <a:lnTo>
                    <a:pt x="1109916" y="76136"/>
                  </a:lnTo>
                  <a:lnTo>
                    <a:pt x="1111250" y="69215"/>
                  </a:lnTo>
                  <a:lnTo>
                    <a:pt x="1111275" y="69062"/>
                  </a:lnTo>
                  <a:lnTo>
                    <a:pt x="1128141" y="48768"/>
                  </a:lnTo>
                  <a:lnTo>
                    <a:pt x="1140587" y="48768"/>
                  </a:lnTo>
                  <a:lnTo>
                    <a:pt x="1158494" y="53848"/>
                  </a:lnTo>
                  <a:lnTo>
                    <a:pt x="1158494" y="40640"/>
                  </a:lnTo>
                  <a:lnTo>
                    <a:pt x="1154430" y="38481"/>
                  </a:lnTo>
                  <a:lnTo>
                    <a:pt x="1150493" y="36830"/>
                  </a:lnTo>
                  <a:lnTo>
                    <a:pt x="1143254" y="34798"/>
                  </a:lnTo>
                  <a:lnTo>
                    <a:pt x="1138936" y="34290"/>
                  </a:lnTo>
                  <a:lnTo>
                    <a:pt x="1128395" y="34290"/>
                  </a:lnTo>
                  <a:lnTo>
                    <a:pt x="1097915" y="57150"/>
                  </a:lnTo>
                  <a:lnTo>
                    <a:pt x="1092327" y="92456"/>
                  </a:lnTo>
                  <a:lnTo>
                    <a:pt x="1093139" y="98856"/>
                  </a:lnTo>
                  <a:lnTo>
                    <a:pt x="1114044" y="130175"/>
                  </a:lnTo>
                  <a:lnTo>
                    <a:pt x="1118616" y="132334"/>
                  </a:lnTo>
                  <a:lnTo>
                    <a:pt x="1123569" y="133477"/>
                  </a:lnTo>
                  <a:lnTo>
                    <a:pt x="1132332" y="133477"/>
                  </a:lnTo>
                  <a:lnTo>
                    <a:pt x="1158494" y="121285"/>
                  </a:lnTo>
                  <a:lnTo>
                    <a:pt x="1158494" y="130810"/>
                  </a:lnTo>
                  <a:lnTo>
                    <a:pt x="1175004" y="130810"/>
                  </a:lnTo>
                  <a:lnTo>
                    <a:pt x="1175004" y="121285"/>
                  </a:lnTo>
                  <a:lnTo>
                    <a:pt x="1175004" y="118364"/>
                  </a:lnTo>
                  <a:lnTo>
                    <a:pt x="1175004" y="48768"/>
                  </a:lnTo>
                  <a:lnTo>
                    <a:pt x="1175004" y="40640"/>
                  </a:lnTo>
                  <a:lnTo>
                    <a:pt x="1175004" y="0"/>
                  </a:lnTo>
                  <a:close/>
                </a:path>
                <a:path w="1421765" h="166370">
                  <a:moveTo>
                    <a:pt x="1277747" y="83947"/>
                  </a:moveTo>
                  <a:lnTo>
                    <a:pt x="1276997" y="72809"/>
                  </a:lnTo>
                  <a:lnTo>
                    <a:pt x="1274787" y="62992"/>
                  </a:lnTo>
                  <a:lnTo>
                    <a:pt x="1271092" y="54521"/>
                  </a:lnTo>
                  <a:lnTo>
                    <a:pt x="1266266" y="47879"/>
                  </a:lnTo>
                  <a:lnTo>
                    <a:pt x="1265897" y="47371"/>
                  </a:lnTo>
                  <a:lnTo>
                    <a:pt x="1260729" y="42837"/>
                  </a:lnTo>
                  <a:lnTo>
                    <a:pt x="1260729" y="83947"/>
                  </a:lnTo>
                  <a:lnTo>
                    <a:pt x="1260284" y="92214"/>
                  </a:lnTo>
                  <a:lnTo>
                    <a:pt x="1260271" y="92354"/>
                  </a:lnTo>
                  <a:lnTo>
                    <a:pt x="1258963" y="99428"/>
                  </a:lnTo>
                  <a:lnTo>
                    <a:pt x="1258925" y="99656"/>
                  </a:lnTo>
                  <a:lnTo>
                    <a:pt x="1256792" y="105575"/>
                  </a:lnTo>
                  <a:lnTo>
                    <a:pt x="1256703" y="105829"/>
                  </a:lnTo>
                  <a:lnTo>
                    <a:pt x="1253617" y="110871"/>
                  </a:lnTo>
                  <a:lnTo>
                    <a:pt x="1248918" y="116840"/>
                  </a:lnTo>
                  <a:lnTo>
                    <a:pt x="1242314" y="119761"/>
                  </a:lnTo>
                  <a:lnTo>
                    <a:pt x="1225169" y="119761"/>
                  </a:lnTo>
                  <a:lnTo>
                    <a:pt x="1218831" y="116840"/>
                  </a:lnTo>
                  <a:lnTo>
                    <a:pt x="1218653" y="116840"/>
                  </a:lnTo>
                  <a:lnTo>
                    <a:pt x="1206754" y="83947"/>
                  </a:lnTo>
                  <a:lnTo>
                    <a:pt x="1207198" y="75399"/>
                  </a:lnTo>
                  <a:lnTo>
                    <a:pt x="1225169" y="47879"/>
                  </a:lnTo>
                  <a:lnTo>
                    <a:pt x="1242441" y="47879"/>
                  </a:lnTo>
                  <a:lnTo>
                    <a:pt x="1260729" y="83947"/>
                  </a:lnTo>
                  <a:lnTo>
                    <a:pt x="1260729" y="42837"/>
                  </a:lnTo>
                  <a:lnTo>
                    <a:pt x="1259357" y="41630"/>
                  </a:lnTo>
                  <a:lnTo>
                    <a:pt x="1251826" y="37553"/>
                  </a:lnTo>
                  <a:lnTo>
                    <a:pt x="1243304" y="35102"/>
                  </a:lnTo>
                  <a:lnTo>
                    <a:pt x="1233805" y="34290"/>
                  </a:lnTo>
                  <a:lnTo>
                    <a:pt x="1224368" y="35102"/>
                  </a:lnTo>
                  <a:lnTo>
                    <a:pt x="1192720" y="62992"/>
                  </a:lnTo>
                  <a:lnTo>
                    <a:pt x="1189736" y="83947"/>
                  </a:lnTo>
                  <a:lnTo>
                    <a:pt x="1190459" y="94792"/>
                  </a:lnTo>
                  <a:lnTo>
                    <a:pt x="1215593" y="130238"/>
                  </a:lnTo>
                  <a:lnTo>
                    <a:pt x="1215745" y="130238"/>
                  </a:lnTo>
                  <a:lnTo>
                    <a:pt x="1224140" y="132676"/>
                  </a:lnTo>
                  <a:lnTo>
                    <a:pt x="1224343" y="132676"/>
                  </a:lnTo>
                  <a:lnTo>
                    <a:pt x="1233805" y="133477"/>
                  </a:lnTo>
                  <a:lnTo>
                    <a:pt x="1243304" y="132676"/>
                  </a:lnTo>
                  <a:lnTo>
                    <a:pt x="1274775" y="104902"/>
                  </a:lnTo>
                  <a:lnTo>
                    <a:pt x="1276997" y="95097"/>
                  </a:lnTo>
                  <a:lnTo>
                    <a:pt x="1277747" y="83947"/>
                  </a:lnTo>
                  <a:close/>
                </a:path>
                <a:path w="1421765" h="166370">
                  <a:moveTo>
                    <a:pt x="1421257" y="62611"/>
                  </a:moveTo>
                  <a:lnTo>
                    <a:pt x="1420596" y="57912"/>
                  </a:lnTo>
                  <a:lnTo>
                    <a:pt x="1420495" y="57150"/>
                  </a:lnTo>
                  <a:lnTo>
                    <a:pt x="1419098" y="52959"/>
                  </a:lnTo>
                  <a:lnTo>
                    <a:pt x="1417789" y="49276"/>
                  </a:lnTo>
                  <a:lnTo>
                    <a:pt x="1417574" y="48641"/>
                  </a:lnTo>
                  <a:lnTo>
                    <a:pt x="1415605" y="45212"/>
                  </a:lnTo>
                  <a:lnTo>
                    <a:pt x="1415542" y="45085"/>
                  </a:lnTo>
                  <a:lnTo>
                    <a:pt x="1412875" y="42291"/>
                  </a:lnTo>
                  <a:lnTo>
                    <a:pt x="1410335" y="39497"/>
                  </a:lnTo>
                  <a:lnTo>
                    <a:pt x="1407287" y="37465"/>
                  </a:lnTo>
                  <a:lnTo>
                    <a:pt x="1403858" y="36195"/>
                  </a:lnTo>
                  <a:lnTo>
                    <a:pt x="1400302" y="34925"/>
                  </a:lnTo>
                  <a:lnTo>
                    <a:pt x="1396492" y="34290"/>
                  </a:lnTo>
                  <a:lnTo>
                    <a:pt x="1386713" y="34290"/>
                  </a:lnTo>
                  <a:lnTo>
                    <a:pt x="1362075" y="50546"/>
                  </a:lnTo>
                  <a:lnTo>
                    <a:pt x="1361541" y="49276"/>
                  </a:lnTo>
                  <a:lnTo>
                    <a:pt x="1360754" y="47371"/>
                  </a:lnTo>
                  <a:lnTo>
                    <a:pt x="1359662" y="44704"/>
                  </a:lnTo>
                  <a:lnTo>
                    <a:pt x="1356233" y="40640"/>
                  </a:lnTo>
                  <a:lnTo>
                    <a:pt x="1347343" y="35560"/>
                  </a:lnTo>
                  <a:lnTo>
                    <a:pt x="1342136" y="34290"/>
                  </a:lnTo>
                  <a:lnTo>
                    <a:pt x="1331214" y="34290"/>
                  </a:lnTo>
                  <a:lnTo>
                    <a:pt x="1325981" y="35560"/>
                  </a:lnTo>
                  <a:lnTo>
                    <a:pt x="1326273" y="35560"/>
                  </a:lnTo>
                  <a:lnTo>
                    <a:pt x="1317879" y="40005"/>
                  </a:lnTo>
                  <a:lnTo>
                    <a:pt x="1313688" y="43180"/>
                  </a:lnTo>
                  <a:lnTo>
                    <a:pt x="1309243" y="47371"/>
                  </a:lnTo>
                  <a:lnTo>
                    <a:pt x="1309243" y="36830"/>
                  </a:lnTo>
                  <a:lnTo>
                    <a:pt x="1292733" y="36830"/>
                  </a:lnTo>
                  <a:lnTo>
                    <a:pt x="1292733" y="130810"/>
                  </a:lnTo>
                  <a:lnTo>
                    <a:pt x="1309243" y="130810"/>
                  </a:lnTo>
                  <a:lnTo>
                    <a:pt x="1309243" y="60960"/>
                  </a:lnTo>
                  <a:lnTo>
                    <a:pt x="1308950" y="60960"/>
                  </a:lnTo>
                  <a:lnTo>
                    <a:pt x="1312926" y="57404"/>
                  </a:lnTo>
                  <a:lnTo>
                    <a:pt x="1316863" y="54610"/>
                  </a:lnTo>
                  <a:lnTo>
                    <a:pt x="1320800" y="52578"/>
                  </a:lnTo>
                  <a:lnTo>
                    <a:pt x="1324495" y="50546"/>
                  </a:lnTo>
                  <a:lnTo>
                    <a:pt x="1324317" y="50546"/>
                  </a:lnTo>
                  <a:lnTo>
                    <a:pt x="1328420" y="49276"/>
                  </a:lnTo>
                  <a:lnTo>
                    <a:pt x="1335786" y="49276"/>
                  </a:lnTo>
                  <a:lnTo>
                    <a:pt x="1348613" y="130810"/>
                  </a:lnTo>
                  <a:lnTo>
                    <a:pt x="1365250" y="130810"/>
                  </a:lnTo>
                  <a:lnTo>
                    <a:pt x="1365123" y="64389"/>
                  </a:lnTo>
                  <a:lnTo>
                    <a:pt x="1364996" y="62992"/>
                  </a:lnTo>
                  <a:lnTo>
                    <a:pt x="1364869" y="60960"/>
                  </a:lnTo>
                  <a:lnTo>
                    <a:pt x="1369060" y="57150"/>
                  </a:lnTo>
                  <a:lnTo>
                    <a:pt x="1373124" y="54356"/>
                  </a:lnTo>
                  <a:lnTo>
                    <a:pt x="1380502" y="50546"/>
                  </a:lnTo>
                  <a:lnTo>
                    <a:pt x="1380109" y="50546"/>
                  </a:lnTo>
                  <a:lnTo>
                    <a:pt x="1384554" y="49276"/>
                  </a:lnTo>
                  <a:lnTo>
                    <a:pt x="1391793" y="49276"/>
                  </a:lnTo>
                  <a:lnTo>
                    <a:pt x="1404620" y="130810"/>
                  </a:lnTo>
                  <a:lnTo>
                    <a:pt x="1421257" y="130810"/>
                  </a:lnTo>
                  <a:lnTo>
                    <a:pt x="1421257" y="62611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07427" y="4099814"/>
              <a:ext cx="796925" cy="133476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8474583" y="4099814"/>
              <a:ext cx="483870" cy="133985"/>
            </a:xfrm>
            <a:custGeom>
              <a:avLst/>
              <a:gdLst/>
              <a:ahLst/>
              <a:cxnLst/>
              <a:rect l="l" t="t" r="r" b="b"/>
              <a:pathLst>
                <a:path w="483870" h="133985">
                  <a:moveTo>
                    <a:pt x="24765" y="5587"/>
                  </a:moveTo>
                  <a:lnTo>
                    <a:pt x="0" y="5587"/>
                  </a:lnTo>
                  <a:lnTo>
                    <a:pt x="0" y="130809"/>
                  </a:lnTo>
                  <a:lnTo>
                    <a:pt x="16383" y="130809"/>
                  </a:lnTo>
                  <a:lnTo>
                    <a:pt x="16383" y="22859"/>
                  </a:lnTo>
                  <a:lnTo>
                    <a:pt x="33987" y="22859"/>
                  </a:lnTo>
                  <a:lnTo>
                    <a:pt x="24765" y="5587"/>
                  </a:lnTo>
                  <a:close/>
                </a:path>
                <a:path w="483870" h="133985">
                  <a:moveTo>
                    <a:pt x="33987" y="22859"/>
                  </a:moveTo>
                  <a:lnTo>
                    <a:pt x="16383" y="22859"/>
                  </a:lnTo>
                  <a:lnTo>
                    <a:pt x="74422" y="130809"/>
                  </a:lnTo>
                  <a:lnTo>
                    <a:pt x="93980" y="130809"/>
                  </a:lnTo>
                  <a:lnTo>
                    <a:pt x="93980" y="104774"/>
                  </a:lnTo>
                  <a:lnTo>
                    <a:pt x="77724" y="104774"/>
                  </a:lnTo>
                  <a:lnTo>
                    <a:pt x="33987" y="22859"/>
                  </a:lnTo>
                  <a:close/>
                </a:path>
                <a:path w="483870" h="133985">
                  <a:moveTo>
                    <a:pt x="93980" y="5587"/>
                  </a:moveTo>
                  <a:lnTo>
                    <a:pt x="77724" y="5587"/>
                  </a:lnTo>
                  <a:lnTo>
                    <a:pt x="77724" y="104774"/>
                  </a:lnTo>
                  <a:lnTo>
                    <a:pt x="93980" y="104774"/>
                  </a:lnTo>
                  <a:lnTo>
                    <a:pt x="93980" y="5587"/>
                  </a:lnTo>
                  <a:close/>
                </a:path>
                <a:path w="483870" h="133985">
                  <a:moveTo>
                    <a:pt x="162560" y="34289"/>
                  </a:moveTo>
                  <a:lnTo>
                    <a:pt x="156337" y="34289"/>
                  </a:lnTo>
                  <a:lnTo>
                    <a:pt x="146258" y="35178"/>
                  </a:lnTo>
                  <a:lnTo>
                    <a:pt x="146526" y="35178"/>
                  </a:lnTo>
                  <a:lnTo>
                    <a:pt x="137922" y="37703"/>
                  </a:lnTo>
                  <a:lnTo>
                    <a:pt x="111529" y="73525"/>
                  </a:lnTo>
                  <a:lnTo>
                    <a:pt x="110744" y="84454"/>
                  </a:lnTo>
                  <a:lnTo>
                    <a:pt x="111555" y="95410"/>
                  </a:lnTo>
                  <a:lnTo>
                    <a:pt x="139446" y="129825"/>
                  </a:lnTo>
                  <a:lnTo>
                    <a:pt x="160400" y="132968"/>
                  </a:lnTo>
                  <a:lnTo>
                    <a:pt x="164338" y="132968"/>
                  </a:lnTo>
                  <a:lnTo>
                    <a:pt x="186817" y="127761"/>
                  </a:lnTo>
                  <a:lnTo>
                    <a:pt x="189738" y="126745"/>
                  </a:lnTo>
                  <a:lnTo>
                    <a:pt x="192043" y="125896"/>
                  </a:lnTo>
                  <a:lnTo>
                    <a:pt x="194056" y="125094"/>
                  </a:lnTo>
                  <a:lnTo>
                    <a:pt x="194056" y="119252"/>
                  </a:lnTo>
                  <a:lnTo>
                    <a:pt x="160147" y="119252"/>
                  </a:lnTo>
                  <a:lnTo>
                    <a:pt x="152933" y="118705"/>
                  </a:lnTo>
                  <a:lnTo>
                    <a:pt x="127635" y="85470"/>
                  </a:lnTo>
                  <a:lnTo>
                    <a:pt x="195961" y="85470"/>
                  </a:lnTo>
                  <a:lnTo>
                    <a:pt x="195961" y="73525"/>
                  </a:lnTo>
                  <a:lnTo>
                    <a:pt x="127623" y="73525"/>
                  </a:lnTo>
                  <a:lnTo>
                    <a:pt x="128016" y="69341"/>
                  </a:lnTo>
                  <a:lnTo>
                    <a:pt x="151002" y="47370"/>
                  </a:lnTo>
                  <a:lnTo>
                    <a:pt x="187610" y="47370"/>
                  </a:lnTo>
                  <a:lnTo>
                    <a:pt x="185039" y="44703"/>
                  </a:lnTo>
                  <a:lnTo>
                    <a:pt x="181483" y="41147"/>
                  </a:lnTo>
                  <a:lnTo>
                    <a:pt x="177292" y="38480"/>
                  </a:lnTo>
                  <a:lnTo>
                    <a:pt x="167894" y="35178"/>
                  </a:lnTo>
                  <a:lnTo>
                    <a:pt x="162560" y="34289"/>
                  </a:lnTo>
                  <a:close/>
                </a:path>
                <a:path w="483870" h="133985">
                  <a:moveTo>
                    <a:pt x="194056" y="107822"/>
                  </a:moveTo>
                  <a:lnTo>
                    <a:pt x="193167" y="107822"/>
                  </a:lnTo>
                  <a:lnTo>
                    <a:pt x="191770" y="108965"/>
                  </a:lnTo>
                  <a:lnTo>
                    <a:pt x="190119" y="110108"/>
                  </a:lnTo>
                  <a:lnTo>
                    <a:pt x="187960" y="111251"/>
                  </a:lnTo>
                  <a:lnTo>
                    <a:pt x="185927" y="112521"/>
                  </a:lnTo>
                  <a:lnTo>
                    <a:pt x="183388" y="113664"/>
                  </a:lnTo>
                  <a:lnTo>
                    <a:pt x="180467" y="115061"/>
                  </a:lnTo>
                  <a:lnTo>
                    <a:pt x="177546" y="116204"/>
                  </a:lnTo>
                  <a:lnTo>
                    <a:pt x="174371" y="117220"/>
                  </a:lnTo>
                  <a:lnTo>
                    <a:pt x="170942" y="117982"/>
                  </a:lnTo>
                  <a:lnTo>
                    <a:pt x="167386" y="118871"/>
                  </a:lnTo>
                  <a:lnTo>
                    <a:pt x="163830" y="119252"/>
                  </a:lnTo>
                  <a:lnTo>
                    <a:pt x="194056" y="119252"/>
                  </a:lnTo>
                  <a:lnTo>
                    <a:pt x="194056" y="107822"/>
                  </a:lnTo>
                  <a:close/>
                </a:path>
                <a:path w="483870" h="133985">
                  <a:moveTo>
                    <a:pt x="187610" y="47370"/>
                  </a:moveTo>
                  <a:lnTo>
                    <a:pt x="159893" y="47370"/>
                  </a:lnTo>
                  <a:lnTo>
                    <a:pt x="163702" y="47878"/>
                  </a:lnTo>
                  <a:lnTo>
                    <a:pt x="166624" y="49148"/>
                  </a:lnTo>
                  <a:lnTo>
                    <a:pt x="178181" y="62356"/>
                  </a:lnTo>
                  <a:lnTo>
                    <a:pt x="179197" y="65404"/>
                  </a:lnTo>
                  <a:lnTo>
                    <a:pt x="179705" y="69087"/>
                  </a:lnTo>
                  <a:lnTo>
                    <a:pt x="179712" y="69341"/>
                  </a:lnTo>
                  <a:lnTo>
                    <a:pt x="179835" y="73525"/>
                  </a:lnTo>
                  <a:lnTo>
                    <a:pt x="195961" y="73525"/>
                  </a:lnTo>
                  <a:lnTo>
                    <a:pt x="195920" y="69087"/>
                  </a:lnTo>
                  <a:lnTo>
                    <a:pt x="195072" y="63785"/>
                  </a:lnTo>
                  <a:lnTo>
                    <a:pt x="194945" y="62991"/>
                  </a:lnTo>
                  <a:lnTo>
                    <a:pt x="193167" y="57911"/>
                  </a:lnTo>
                  <a:lnTo>
                    <a:pt x="191262" y="52704"/>
                  </a:lnTo>
                  <a:lnTo>
                    <a:pt x="188468" y="48259"/>
                  </a:lnTo>
                  <a:lnTo>
                    <a:pt x="187610" y="47370"/>
                  </a:lnTo>
                  <a:close/>
                </a:path>
                <a:path w="483870" h="133985">
                  <a:moveTo>
                    <a:pt x="226441" y="36829"/>
                  </a:moveTo>
                  <a:lnTo>
                    <a:pt x="209803" y="36829"/>
                  </a:lnTo>
                  <a:lnTo>
                    <a:pt x="209803" y="104139"/>
                  </a:lnTo>
                  <a:lnTo>
                    <a:pt x="236474" y="133476"/>
                  </a:lnTo>
                  <a:lnTo>
                    <a:pt x="246380" y="133476"/>
                  </a:lnTo>
                  <a:lnTo>
                    <a:pt x="251587" y="132333"/>
                  </a:lnTo>
                  <a:lnTo>
                    <a:pt x="256159" y="130047"/>
                  </a:lnTo>
                  <a:lnTo>
                    <a:pt x="260731" y="127888"/>
                  </a:lnTo>
                  <a:lnTo>
                    <a:pt x="265557" y="124586"/>
                  </a:lnTo>
                  <a:lnTo>
                    <a:pt x="270764" y="120395"/>
                  </a:lnTo>
                  <a:lnTo>
                    <a:pt x="287274" y="120395"/>
                  </a:lnTo>
                  <a:lnTo>
                    <a:pt x="287274" y="118363"/>
                  </a:lnTo>
                  <a:lnTo>
                    <a:pt x="240792" y="118363"/>
                  </a:lnTo>
                  <a:lnTo>
                    <a:pt x="237363" y="117855"/>
                  </a:lnTo>
                  <a:lnTo>
                    <a:pt x="232791" y="115569"/>
                  </a:lnTo>
                  <a:lnTo>
                    <a:pt x="230886" y="113791"/>
                  </a:lnTo>
                  <a:lnTo>
                    <a:pt x="229616" y="111378"/>
                  </a:lnTo>
                  <a:lnTo>
                    <a:pt x="228219" y="108965"/>
                  </a:lnTo>
                  <a:lnTo>
                    <a:pt x="227330" y="106044"/>
                  </a:lnTo>
                  <a:lnTo>
                    <a:pt x="226568" y="99440"/>
                  </a:lnTo>
                  <a:lnTo>
                    <a:pt x="226441" y="36829"/>
                  </a:lnTo>
                  <a:close/>
                </a:path>
                <a:path w="483870" h="133985">
                  <a:moveTo>
                    <a:pt x="287274" y="120395"/>
                  </a:moveTo>
                  <a:lnTo>
                    <a:pt x="270764" y="120395"/>
                  </a:lnTo>
                  <a:lnTo>
                    <a:pt x="270764" y="130809"/>
                  </a:lnTo>
                  <a:lnTo>
                    <a:pt x="287274" y="130809"/>
                  </a:lnTo>
                  <a:lnTo>
                    <a:pt x="287274" y="120395"/>
                  </a:lnTo>
                  <a:close/>
                </a:path>
                <a:path w="483870" h="133985">
                  <a:moveTo>
                    <a:pt x="287274" y="36829"/>
                  </a:moveTo>
                  <a:lnTo>
                    <a:pt x="270764" y="36829"/>
                  </a:lnTo>
                  <a:lnTo>
                    <a:pt x="270764" y="107060"/>
                  </a:lnTo>
                  <a:lnTo>
                    <a:pt x="266953" y="110235"/>
                  </a:lnTo>
                  <a:lnTo>
                    <a:pt x="262636" y="112902"/>
                  </a:lnTo>
                  <a:lnTo>
                    <a:pt x="253492" y="117220"/>
                  </a:lnTo>
                  <a:lnTo>
                    <a:pt x="249174" y="118363"/>
                  </a:lnTo>
                  <a:lnTo>
                    <a:pt x="287274" y="118363"/>
                  </a:lnTo>
                  <a:lnTo>
                    <a:pt x="287274" y="36829"/>
                  </a:lnTo>
                  <a:close/>
                </a:path>
                <a:path w="483870" h="133985">
                  <a:moveTo>
                    <a:pt x="326136" y="37083"/>
                  </a:moveTo>
                  <a:lnTo>
                    <a:pt x="309625" y="37083"/>
                  </a:lnTo>
                  <a:lnTo>
                    <a:pt x="309625" y="130809"/>
                  </a:lnTo>
                  <a:lnTo>
                    <a:pt x="326136" y="130809"/>
                  </a:lnTo>
                  <a:lnTo>
                    <a:pt x="326136" y="64134"/>
                  </a:lnTo>
                  <a:lnTo>
                    <a:pt x="330073" y="60451"/>
                  </a:lnTo>
                  <a:lnTo>
                    <a:pt x="334264" y="57784"/>
                  </a:lnTo>
                  <a:lnTo>
                    <a:pt x="343153" y="53974"/>
                  </a:lnTo>
                  <a:lnTo>
                    <a:pt x="346329" y="53339"/>
                  </a:lnTo>
                  <a:lnTo>
                    <a:pt x="361823" y="53339"/>
                  </a:lnTo>
                  <a:lnTo>
                    <a:pt x="361823" y="50799"/>
                  </a:lnTo>
                  <a:lnTo>
                    <a:pt x="326136" y="50799"/>
                  </a:lnTo>
                  <a:lnTo>
                    <a:pt x="326136" y="37083"/>
                  </a:lnTo>
                  <a:close/>
                </a:path>
                <a:path w="483870" h="133985">
                  <a:moveTo>
                    <a:pt x="361823" y="53339"/>
                  </a:moveTo>
                  <a:lnTo>
                    <a:pt x="358394" y="53339"/>
                  </a:lnTo>
                  <a:lnTo>
                    <a:pt x="361569" y="53974"/>
                  </a:lnTo>
                  <a:lnTo>
                    <a:pt x="361823" y="53974"/>
                  </a:lnTo>
                  <a:lnTo>
                    <a:pt x="361823" y="53339"/>
                  </a:lnTo>
                  <a:close/>
                </a:path>
                <a:path w="483870" h="133985">
                  <a:moveTo>
                    <a:pt x="359791" y="37083"/>
                  </a:moveTo>
                  <a:lnTo>
                    <a:pt x="349913" y="37083"/>
                  </a:lnTo>
                  <a:lnTo>
                    <a:pt x="346456" y="37972"/>
                  </a:lnTo>
                  <a:lnTo>
                    <a:pt x="342011" y="40004"/>
                  </a:lnTo>
                  <a:lnTo>
                    <a:pt x="337566" y="42163"/>
                  </a:lnTo>
                  <a:lnTo>
                    <a:pt x="332232" y="45719"/>
                  </a:lnTo>
                  <a:lnTo>
                    <a:pt x="326136" y="50799"/>
                  </a:lnTo>
                  <a:lnTo>
                    <a:pt x="361823" y="50799"/>
                  </a:lnTo>
                  <a:lnTo>
                    <a:pt x="361823" y="37337"/>
                  </a:lnTo>
                  <a:lnTo>
                    <a:pt x="359791" y="37083"/>
                  </a:lnTo>
                  <a:close/>
                </a:path>
                <a:path w="483870" h="133985">
                  <a:moveTo>
                    <a:pt x="441261" y="48513"/>
                  </a:moveTo>
                  <a:lnTo>
                    <a:pt x="407924" y="48513"/>
                  </a:lnTo>
                  <a:lnTo>
                    <a:pt x="411099" y="48767"/>
                  </a:lnTo>
                  <a:lnTo>
                    <a:pt x="414147" y="49148"/>
                  </a:lnTo>
                  <a:lnTo>
                    <a:pt x="417195" y="49656"/>
                  </a:lnTo>
                  <a:lnTo>
                    <a:pt x="419862" y="50418"/>
                  </a:lnTo>
                  <a:lnTo>
                    <a:pt x="422021" y="51815"/>
                  </a:lnTo>
                  <a:lnTo>
                    <a:pt x="424052" y="52958"/>
                  </a:lnTo>
                  <a:lnTo>
                    <a:pt x="425703" y="54736"/>
                  </a:lnTo>
                  <a:lnTo>
                    <a:pt x="426847" y="57022"/>
                  </a:lnTo>
                  <a:lnTo>
                    <a:pt x="428117" y="59308"/>
                  </a:lnTo>
                  <a:lnTo>
                    <a:pt x="428625" y="62229"/>
                  </a:lnTo>
                  <a:lnTo>
                    <a:pt x="428625" y="68960"/>
                  </a:lnTo>
                  <a:lnTo>
                    <a:pt x="419989" y="69468"/>
                  </a:lnTo>
                  <a:lnTo>
                    <a:pt x="411861" y="70103"/>
                  </a:lnTo>
                  <a:lnTo>
                    <a:pt x="404241" y="71119"/>
                  </a:lnTo>
                  <a:lnTo>
                    <a:pt x="396748" y="72008"/>
                  </a:lnTo>
                  <a:lnTo>
                    <a:pt x="390271" y="73659"/>
                  </a:lnTo>
                  <a:lnTo>
                    <a:pt x="366649" y="97027"/>
                  </a:lnTo>
                  <a:lnTo>
                    <a:pt x="366677" y="107949"/>
                  </a:lnTo>
                  <a:lnTo>
                    <a:pt x="385064" y="131190"/>
                  </a:lnTo>
                  <a:lnTo>
                    <a:pt x="388747" y="132714"/>
                  </a:lnTo>
                  <a:lnTo>
                    <a:pt x="392557" y="133476"/>
                  </a:lnTo>
                  <a:lnTo>
                    <a:pt x="401574" y="133476"/>
                  </a:lnTo>
                  <a:lnTo>
                    <a:pt x="425450" y="123062"/>
                  </a:lnTo>
                  <a:lnTo>
                    <a:pt x="427355" y="121792"/>
                  </a:lnTo>
                  <a:lnTo>
                    <a:pt x="428625" y="120776"/>
                  </a:lnTo>
                  <a:lnTo>
                    <a:pt x="445135" y="120776"/>
                  </a:lnTo>
                  <a:lnTo>
                    <a:pt x="445135" y="118871"/>
                  </a:lnTo>
                  <a:lnTo>
                    <a:pt x="396367" y="118871"/>
                  </a:lnTo>
                  <a:lnTo>
                    <a:pt x="391795" y="117474"/>
                  </a:lnTo>
                  <a:lnTo>
                    <a:pt x="388620" y="114807"/>
                  </a:lnTo>
                  <a:lnTo>
                    <a:pt x="385445" y="112013"/>
                  </a:lnTo>
                  <a:lnTo>
                    <a:pt x="383794" y="107949"/>
                  </a:lnTo>
                  <a:lnTo>
                    <a:pt x="383794" y="97789"/>
                  </a:lnTo>
                  <a:lnTo>
                    <a:pt x="413766" y="83057"/>
                  </a:lnTo>
                  <a:lnTo>
                    <a:pt x="424688" y="81914"/>
                  </a:lnTo>
                  <a:lnTo>
                    <a:pt x="428625" y="81660"/>
                  </a:lnTo>
                  <a:lnTo>
                    <a:pt x="445135" y="81660"/>
                  </a:lnTo>
                  <a:lnTo>
                    <a:pt x="445135" y="60705"/>
                  </a:lnTo>
                  <a:lnTo>
                    <a:pt x="444246" y="55752"/>
                  </a:lnTo>
                  <a:lnTo>
                    <a:pt x="442695" y="51815"/>
                  </a:lnTo>
                  <a:lnTo>
                    <a:pt x="441372" y="48767"/>
                  </a:lnTo>
                  <a:lnTo>
                    <a:pt x="441261" y="48513"/>
                  </a:lnTo>
                  <a:close/>
                </a:path>
                <a:path w="483870" h="133985">
                  <a:moveTo>
                    <a:pt x="445135" y="120776"/>
                  </a:moveTo>
                  <a:lnTo>
                    <a:pt x="428625" y="120776"/>
                  </a:lnTo>
                  <a:lnTo>
                    <a:pt x="428625" y="130809"/>
                  </a:lnTo>
                  <a:lnTo>
                    <a:pt x="445135" y="130809"/>
                  </a:lnTo>
                  <a:lnTo>
                    <a:pt x="445135" y="120776"/>
                  </a:lnTo>
                  <a:close/>
                </a:path>
                <a:path w="483870" h="133985">
                  <a:moveTo>
                    <a:pt x="445135" y="81660"/>
                  </a:moveTo>
                  <a:lnTo>
                    <a:pt x="428625" y="81660"/>
                  </a:lnTo>
                  <a:lnTo>
                    <a:pt x="428625" y="107695"/>
                  </a:lnTo>
                  <a:lnTo>
                    <a:pt x="424942" y="110870"/>
                  </a:lnTo>
                  <a:lnTo>
                    <a:pt x="421005" y="113410"/>
                  </a:lnTo>
                  <a:lnTo>
                    <a:pt x="416814" y="115569"/>
                  </a:lnTo>
                  <a:lnTo>
                    <a:pt x="412496" y="117728"/>
                  </a:lnTo>
                  <a:lnTo>
                    <a:pt x="407797" y="118871"/>
                  </a:lnTo>
                  <a:lnTo>
                    <a:pt x="445135" y="118871"/>
                  </a:lnTo>
                  <a:lnTo>
                    <a:pt x="445135" y="81660"/>
                  </a:lnTo>
                  <a:close/>
                </a:path>
                <a:path w="483870" h="133985">
                  <a:moveTo>
                    <a:pt x="411607" y="34670"/>
                  </a:moveTo>
                  <a:lnTo>
                    <a:pt x="399288" y="34670"/>
                  </a:lnTo>
                  <a:lnTo>
                    <a:pt x="393573" y="35178"/>
                  </a:lnTo>
                  <a:lnTo>
                    <a:pt x="387858" y="36067"/>
                  </a:lnTo>
                  <a:lnTo>
                    <a:pt x="382143" y="37083"/>
                  </a:lnTo>
                  <a:lnTo>
                    <a:pt x="377825" y="38099"/>
                  </a:lnTo>
                  <a:lnTo>
                    <a:pt x="374269" y="38988"/>
                  </a:lnTo>
                  <a:lnTo>
                    <a:pt x="374776" y="38988"/>
                  </a:lnTo>
                  <a:lnTo>
                    <a:pt x="374776" y="54990"/>
                  </a:lnTo>
                  <a:lnTo>
                    <a:pt x="375666" y="54990"/>
                  </a:lnTo>
                  <a:lnTo>
                    <a:pt x="380566" y="52958"/>
                  </a:lnTo>
                  <a:lnTo>
                    <a:pt x="380439" y="52958"/>
                  </a:lnTo>
                  <a:lnTo>
                    <a:pt x="386080" y="51307"/>
                  </a:lnTo>
                  <a:lnTo>
                    <a:pt x="391287" y="50164"/>
                  </a:lnTo>
                  <a:lnTo>
                    <a:pt x="396367" y="49148"/>
                  </a:lnTo>
                  <a:lnTo>
                    <a:pt x="400939" y="48513"/>
                  </a:lnTo>
                  <a:lnTo>
                    <a:pt x="441261" y="48513"/>
                  </a:lnTo>
                  <a:lnTo>
                    <a:pt x="440817" y="47497"/>
                  </a:lnTo>
                  <a:lnTo>
                    <a:pt x="417322" y="35178"/>
                  </a:lnTo>
                  <a:lnTo>
                    <a:pt x="411607" y="34670"/>
                  </a:lnTo>
                  <a:close/>
                </a:path>
                <a:path w="483870" h="133985">
                  <a:moveTo>
                    <a:pt x="483489" y="0"/>
                  </a:moveTo>
                  <a:lnTo>
                    <a:pt x="466851" y="0"/>
                  </a:lnTo>
                  <a:lnTo>
                    <a:pt x="466851" y="130809"/>
                  </a:lnTo>
                  <a:lnTo>
                    <a:pt x="483489" y="130809"/>
                  </a:lnTo>
                  <a:lnTo>
                    <a:pt x="483489" y="0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29319" y="4099814"/>
              <a:ext cx="1169797" cy="133476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08065" y="4355084"/>
              <a:ext cx="3949827" cy="166243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09208" y="4729861"/>
              <a:ext cx="937640" cy="163957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07176" y="4974590"/>
              <a:ext cx="1937512" cy="165481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33463" y="4727702"/>
              <a:ext cx="3296792" cy="166369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616712" y="1247902"/>
            <a:ext cx="7981950" cy="5594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500"/>
              <a:t>Comparative</a:t>
            </a:r>
            <a:r>
              <a:rPr dirty="0" sz="3500" spc="-90"/>
              <a:t> </a:t>
            </a:r>
            <a:r>
              <a:rPr dirty="0" sz="3500"/>
              <a:t>Analysis</a:t>
            </a:r>
            <a:r>
              <a:rPr dirty="0" sz="3500" spc="-20"/>
              <a:t> </a:t>
            </a:r>
            <a:r>
              <a:rPr dirty="0" sz="3500"/>
              <a:t>of</a:t>
            </a:r>
            <a:r>
              <a:rPr dirty="0" sz="3500" spc="-15"/>
              <a:t> </a:t>
            </a:r>
            <a:r>
              <a:rPr dirty="0" sz="3500"/>
              <a:t>ML</a:t>
            </a:r>
            <a:r>
              <a:rPr dirty="0" sz="3500" spc="-85"/>
              <a:t> </a:t>
            </a:r>
            <a:r>
              <a:rPr dirty="0" sz="3500" spc="-10"/>
              <a:t>Approaches</a:t>
            </a:r>
            <a:endParaRPr sz="3500"/>
          </a:p>
        </p:txBody>
      </p:sp>
      <p:grpSp>
        <p:nvGrpSpPr>
          <p:cNvPr id="30" name="object 30" descr=""/>
          <p:cNvGrpSpPr/>
          <p:nvPr/>
        </p:nvGrpSpPr>
        <p:grpSpPr>
          <a:xfrm>
            <a:off x="628650" y="922274"/>
            <a:ext cx="1009650" cy="295275"/>
            <a:chOff x="628650" y="922274"/>
            <a:chExt cx="1009650" cy="295275"/>
          </a:xfrm>
        </p:grpSpPr>
        <p:sp>
          <p:nvSpPr>
            <p:cNvPr id="31" name="object 31" descr=""/>
            <p:cNvSpPr/>
            <p:nvPr/>
          </p:nvSpPr>
          <p:spPr>
            <a:xfrm>
              <a:off x="628650" y="922274"/>
              <a:ext cx="1009650" cy="295275"/>
            </a:xfrm>
            <a:custGeom>
              <a:avLst/>
              <a:gdLst/>
              <a:ahLst/>
              <a:cxnLst/>
              <a:rect l="l" t="t" r="r" b="b"/>
              <a:pathLst>
                <a:path w="1009650" h="295275">
                  <a:moveTo>
                    <a:pt x="994791" y="0"/>
                  </a:moveTo>
                  <a:lnTo>
                    <a:pt x="14846" y="0"/>
                  </a:lnTo>
                  <a:lnTo>
                    <a:pt x="0" y="14859"/>
                  </a:lnTo>
                  <a:lnTo>
                    <a:pt x="0" y="280416"/>
                  </a:lnTo>
                  <a:lnTo>
                    <a:pt x="12661" y="294894"/>
                  </a:lnTo>
                  <a:lnTo>
                    <a:pt x="14846" y="295275"/>
                  </a:lnTo>
                  <a:lnTo>
                    <a:pt x="994791" y="295275"/>
                  </a:lnTo>
                  <a:lnTo>
                    <a:pt x="996950" y="294894"/>
                  </a:lnTo>
                  <a:lnTo>
                    <a:pt x="1009650" y="280416"/>
                  </a:lnTo>
                  <a:lnTo>
                    <a:pt x="1009650" y="14859"/>
                  </a:lnTo>
                  <a:lnTo>
                    <a:pt x="994791" y="0"/>
                  </a:lnTo>
                  <a:close/>
                </a:path>
              </a:pathLst>
            </a:custGeom>
            <a:solidFill>
              <a:srgbClr val="FFDE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43394" y="998474"/>
              <a:ext cx="116839" cy="137160"/>
            </a:xfrm>
            <a:custGeom>
              <a:avLst/>
              <a:gdLst/>
              <a:ahLst/>
              <a:cxnLst/>
              <a:rect l="l" t="t" r="r" b="b"/>
              <a:pathLst>
                <a:path w="116840" h="137159">
                  <a:moveTo>
                    <a:pt x="0" y="0"/>
                  </a:moveTo>
                  <a:lnTo>
                    <a:pt x="116827" y="67691"/>
                  </a:lnTo>
                </a:path>
                <a:path w="116840" h="137159">
                  <a:moveTo>
                    <a:pt x="50" y="136779"/>
                  </a:moveTo>
                  <a:lnTo>
                    <a:pt x="116827" y="67691"/>
                  </a:lnTo>
                </a:path>
              </a:pathLst>
            </a:custGeom>
            <a:ln w="6057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926083" y="967486"/>
            <a:ext cx="61087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373737"/>
                </a:solidFill>
                <a:latin typeface="Tahoma"/>
                <a:cs typeface="Tahoma"/>
              </a:rPr>
              <a:t>ANALYSIS</a:t>
            </a:r>
            <a:endParaRPr sz="1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895850" y="1331595"/>
            <a:ext cx="5905500" cy="1400175"/>
            <a:chOff x="4895850" y="1331595"/>
            <a:chExt cx="5905500" cy="1400175"/>
          </a:xfrm>
        </p:grpSpPr>
        <p:sp>
          <p:nvSpPr>
            <p:cNvPr id="3" name="object 3" descr=""/>
            <p:cNvSpPr/>
            <p:nvPr/>
          </p:nvSpPr>
          <p:spPr>
            <a:xfrm>
              <a:off x="4915789" y="1331595"/>
              <a:ext cx="5885815" cy="1400175"/>
            </a:xfrm>
            <a:custGeom>
              <a:avLst/>
              <a:gdLst/>
              <a:ahLst/>
              <a:cxnLst/>
              <a:rect l="l" t="t" r="r" b="b"/>
              <a:pathLst>
                <a:path w="5885815" h="1400175">
                  <a:moveTo>
                    <a:pt x="0" y="1334770"/>
                  </a:moveTo>
                  <a:lnTo>
                    <a:pt x="508" y="1338834"/>
                  </a:lnTo>
                  <a:lnTo>
                    <a:pt x="2412" y="1346073"/>
                  </a:lnTo>
                  <a:lnTo>
                    <a:pt x="4825" y="1352803"/>
                  </a:lnTo>
                  <a:lnTo>
                    <a:pt x="4952" y="1353185"/>
                  </a:lnTo>
                  <a:lnTo>
                    <a:pt x="32893" y="1387348"/>
                  </a:lnTo>
                  <a:lnTo>
                    <a:pt x="75311" y="1400175"/>
                  </a:lnTo>
                  <a:lnTo>
                    <a:pt x="5872480" y="1400175"/>
                  </a:lnTo>
                  <a:lnTo>
                    <a:pt x="5876797" y="1398397"/>
                  </a:lnTo>
                  <a:lnTo>
                    <a:pt x="5883783" y="1391412"/>
                  </a:lnTo>
                  <a:lnTo>
                    <a:pt x="5885561" y="1387348"/>
                  </a:lnTo>
                  <a:lnTo>
                    <a:pt x="5885561" y="1381125"/>
                  </a:lnTo>
                  <a:lnTo>
                    <a:pt x="75311" y="1381125"/>
                  </a:lnTo>
                  <a:lnTo>
                    <a:pt x="32893" y="1371473"/>
                  </a:lnTo>
                  <a:lnTo>
                    <a:pt x="1015" y="1338834"/>
                  </a:lnTo>
                  <a:lnTo>
                    <a:pt x="0" y="1334770"/>
                  </a:lnTo>
                  <a:close/>
                </a:path>
                <a:path w="5885815" h="1400175">
                  <a:moveTo>
                    <a:pt x="5885561" y="19050"/>
                  </a:moveTo>
                  <a:lnTo>
                    <a:pt x="5866511" y="19050"/>
                  </a:lnTo>
                  <a:lnTo>
                    <a:pt x="5866511" y="1381125"/>
                  </a:lnTo>
                  <a:lnTo>
                    <a:pt x="5885561" y="1381125"/>
                  </a:lnTo>
                  <a:lnTo>
                    <a:pt x="5885561" y="19050"/>
                  </a:lnTo>
                  <a:close/>
                </a:path>
                <a:path w="5885815" h="1400175">
                  <a:moveTo>
                    <a:pt x="5872480" y="0"/>
                  </a:moveTo>
                  <a:lnTo>
                    <a:pt x="75311" y="0"/>
                  </a:lnTo>
                  <a:lnTo>
                    <a:pt x="32893" y="12826"/>
                  </a:lnTo>
                  <a:lnTo>
                    <a:pt x="4952" y="46989"/>
                  </a:lnTo>
                  <a:lnTo>
                    <a:pt x="1165" y="61071"/>
                  </a:lnTo>
                  <a:lnTo>
                    <a:pt x="8762" y="47371"/>
                  </a:lnTo>
                  <a:lnTo>
                    <a:pt x="46100" y="23367"/>
                  </a:lnTo>
                  <a:lnTo>
                    <a:pt x="75311" y="19050"/>
                  </a:lnTo>
                  <a:lnTo>
                    <a:pt x="5885561" y="19050"/>
                  </a:lnTo>
                  <a:lnTo>
                    <a:pt x="5885561" y="12826"/>
                  </a:lnTo>
                  <a:lnTo>
                    <a:pt x="5883910" y="9016"/>
                  </a:lnTo>
                  <a:lnTo>
                    <a:pt x="5883783" y="8762"/>
                  </a:lnTo>
                  <a:lnTo>
                    <a:pt x="5878449" y="3555"/>
                  </a:lnTo>
                  <a:lnTo>
                    <a:pt x="5878321" y="3301"/>
                  </a:lnTo>
                  <a:lnTo>
                    <a:pt x="5876797" y="1777"/>
                  </a:lnTo>
                  <a:lnTo>
                    <a:pt x="5872480" y="0"/>
                  </a:lnTo>
                  <a:close/>
                </a:path>
              </a:pathLst>
            </a:custGeom>
            <a:solidFill>
              <a:srgbClr val="D7D3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895850" y="1331595"/>
              <a:ext cx="76200" cy="1400175"/>
            </a:xfrm>
            <a:custGeom>
              <a:avLst/>
              <a:gdLst/>
              <a:ahLst/>
              <a:cxnLst/>
              <a:rect l="l" t="t" r="r" b="b"/>
              <a:pathLst>
                <a:path w="76200" h="1400175">
                  <a:moveTo>
                    <a:pt x="76200" y="0"/>
                  </a:moveTo>
                  <a:lnTo>
                    <a:pt x="15621" y="0"/>
                  </a:lnTo>
                  <a:lnTo>
                    <a:pt x="13335" y="508"/>
                  </a:lnTo>
                  <a:lnTo>
                    <a:pt x="0" y="15621"/>
                  </a:lnTo>
                  <a:lnTo>
                    <a:pt x="0" y="1384553"/>
                  </a:lnTo>
                  <a:lnTo>
                    <a:pt x="15621" y="1400175"/>
                  </a:lnTo>
                  <a:lnTo>
                    <a:pt x="76200" y="14001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DF4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5124069" y="1478026"/>
            <a:ext cx="161290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373737"/>
                </a:solidFill>
                <a:latin typeface="Georgia"/>
                <a:cs typeface="Georgia"/>
              </a:rPr>
              <a:t>Dataset</a:t>
            </a:r>
            <a:r>
              <a:rPr dirty="0" sz="1450" spc="9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450" spc="-10">
                <a:solidFill>
                  <a:srgbClr val="373737"/>
                </a:solidFill>
                <a:latin typeface="Georgia"/>
                <a:cs typeface="Georgia"/>
              </a:rPr>
              <a:t>Integration</a:t>
            </a:r>
            <a:endParaRPr sz="1450">
              <a:latin typeface="Georgia"/>
              <a:cs typeface="Georgi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140197" y="1823847"/>
            <a:ext cx="5306060" cy="717550"/>
            <a:chOff x="5140197" y="1823847"/>
            <a:chExt cx="5306060" cy="71755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1721" y="1823847"/>
              <a:ext cx="1525904" cy="13601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25792" y="1828292"/>
              <a:ext cx="1220724" cy="13157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97570" y="1824355"/>
              <a:ext cx="1277874" cy="10871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25736" y="1824355"/>
              <a:ext cx="1009523" cy="13550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46166" y="2025523"/>
              <a:ext cx="495935" cy="10871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07760" y="2025523"/>
              <a:ext cx="861060" cy="135509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7826120" y="2025523"/>
              <a:ext cx="609600" cy="135255"/>
            </a:xfrm>
            <a:custGeom>
              <a:avLst/>
              <a:gdLst/>
              <a:ahLst/>
              <a:cxnLst/>
              <a:rect l="l" t="t" r="r" b="b"/>
              <a:pathLst>
                <a:path w="609600" h="135255">
                  <a:moveTo>
                    <a:pt x="15112" y="30099"/>
                  </a:moveTo>
                  <a:lnTo>
                    <a:pt x="1015" y="30099"/>
                  </a:lnTo>
                  <a:lnTo>
                    <a:pt x="1015" y="106552"/>
                  </a:lnTo>
                  <a:lnTo>
                    <a:pt x="15112" y="106552"/>
                  </a:lnTo>
                  <a:lnTo>
                    <a:pt x="15112" y="30099"/>
                  </a:lnTo>
                  <a:close/>
                </a:path>
                <a:path w="609600" h="135255">
                  <a:moveTo>
                    <a:pt x="16128" y="3937"/>
                  </a:moveTo>
                  <a:lnTo>
                    <a:pt x="0" y="3937"/>
                  </a:lnTo>
                  <a:lnTo>
                    <a:pt x="0" y="17272"/>
                  </a:lnTo>
                  <a:lnTo>
                    <a:pt x="16128" y="17272"/>
                  </a:lnTo>
                  <a:lnTo>
                    <a:pt x="16128" y="3937"/>
                  </a:lnTo>
                  <a:close/>
                </a:path>
                <a:path w="609600" h="135255">
                  <a:moveTo>
                    <a:pt x="49910" y="30099"/>
                  </a:moveTo>
                  <a:lnTo>
                    <a:pt x="35813" y="30099"/>
                  </a:lnTo>
                  <a:lnTo>
                    <a:pt x="35813" y="106552"/>
                  </a:lnTo>
                  <a:lnTo>
                    <a:pt x="49910" y="106552"/>
                  </a:lnTo>
                  <a:lnTo>
                    <a:pt x="49910" y="49402"/>
                  </a:lnTo>
                  <a:lnTo>
                    <a:pt x="53085" y="46736"/>
                  </a:lnTo>
                  <a:lnTo>
                    <a:pt x="56387" y="44576"/>
                  </a:lnTo>
                  <a:lnTo>
                    <a:pt x="59689" y="42799"/>
                  </a:lnTo>
                  <a:lnTo>
                    <a:pt x="62874" y="41148"/>
                  </a:lnTo>
                  <a:lnTo>
                    <a:pt x="62589" y="41148"/>
                  </a:lnTo>
                  <a:lnTo>
                    <a:pt x="66294" y="40259"/>
                  </a:lnTo>
                  <a:lnTo>
                    <a:pt x="94611" y="40259"/>
                  </a:lnTo>
                  <a:lnTo>
                    <a:pt x="93897" y="38608"/>
                  </a:lnTo>
                  <a:lnTo>
                    <a:pt x="49910" y="38608"/>
                  </a:lnTo>
                  <a:lnTo>
                    <a:pt x="49910" y="30099"/>
                  </a:lnTo>
                  <a:close/>
                </a:path>
                <a:path w="609600" h="135255">
                  <a:moveTo>
                    <a:pt x="94611" y="40259"/>
                  </a:moveTo>
                  <a:lnTo>
                    <a:pt x="72517" y="40259"/>
                  </a:lnTo>
                  <a:lnTo>
                    <a:pt x="75056" y="40639"/>
                  </a:lnTo>
                  <a:lnTo>
                    <a:pt x="76834" y="41528"/>
                  </a:lnTo>
                  <a:lnTo>
                    <a:pt x="78739" y="42418"/>
                  </a:lnTo>
                  <a:lnTo>
                    <a:pt x="80136" y="43687"/>
                  </a:lnTo>
                  <a:lnTo>
                    <a:pt x="81152" y="45593"/>
                  </a:lnTo>
                  <a:lnTo>
                    <a:pt x="82169" y="47244"/>
                  </a:lnTo>
                  <a:lnTo>
                    <a:pt x="82768" y="49402"/>
                  </a:lnTo>
                  <a:lnTo>
                    <a:pt x="82814" y="49657"/>
                  </a:lnTo>
                  <a:lnTo>
                    <a:pt x="83311" y="55499"/>
                  </a:lnTo>
                  <a:lnTo>
                    <a:pt x="83565" y="58800"/>
                  </a:lnTo>
                  <a:lnTo>
                    <a:pt x="83565" y="106552"/>
                  </a:lnTo>
                  <a:lnTo>
                    <a:pt x="97662" y="106552"/>
                  </a:lnTo>
                  <a:lnTo>
                    <a:pt x="97535" y="52450"/>
                  </a:lnTo>
                  <a:lnTo>
                    <a:pt x="97408" y="49657"/>
                  </a:lnTo>
                  <a:lnTo>
                    <a:pt x="100816" y="46736"/>
                  </a:lnTo>
                  <a:lnTo>
                    <a:pt x="104394" y="44323"/>
                  </a:lnTo>
                  <a:lnTo>
                    <a:pt x="107442" y="42799"/>
                  </a:lnTo>
                  <a:lnTo>
                    <a:pt x="110861" y="41148"/>
                  </a:lnTo>
                  <a:lnTo>
                    <a:pt x="94996" y="41148"/>
                  </a:lnTo>
                  <a:lnTo>
                    <a:pt x="94611" y="40259"/>
                  </a:lnTo>
                  <a:close/>
                </a:path>
                <a:path w="609600" h="135255">
                  <a:moveTo>
                    <a:pt x="142536" y="40259"/>
                  </a:moveTo>
                  <a:lnTo>
                    <a:pt x="120269" y="40259"/>
                  </a:lnTo>
                  <a:lnTo>
                    <a:pt x="122808" y="40639"/>
                  </a:lnTo>
                  <a:lnTo>
                    <a:pt x="124586" y="41528"/>
                  </a:lnTo>
                  <a:lnTo>
                    <a:pt x="126492" y="42418"/>
                  </a:lnTo>
                  <a:lnTo>
                    <a:pt x="127888" y="43687"/>
                  </a:lnTo>
                  <a:lnTo>
                    <a:pt x="128904" y="45593"/>
                  </a:lnTo>
                  <a:lnTo>
                    <a:pt x="129921" y="47244"/>
                  </a:lnTo>
                  <a:lnTo>
                    <a:pt x="130520" y="49402"/>
                  </a:lnTo>
                  <a:lnTo>
                    <a:pt x="130566" y="49657"/>
                  </a:lnTo>
                  <a:lnTo>
                    <a:pt x="131063" y="55499"/>
                  </a:lnTo>
                  <a:lnTo>
                    <a:pt x="131318" y="58800"/>
                  </a:lnTo>
                  <a:lnTo>
                    <a:pt x="131318" y="106552"/>
                  </a:lnTo>
                  <a:lnTo>
                    <a:pt x="145414" y="106552"/>
                  </a:lnTo>
                  <a:lnTo>
                    <a:pt x="145414" y="50926"/>
                  </a:lnTo>
                  <a:lnTo>
                    <a:pt x="144873" y="47244"/>
                  </a:lnTo>
                  <a:lnTo>
                    <a:pt x="144798" y="46736"/>
                  </a:lnTo>
                  <a:lnTo>
                    <a:pt x="143509" y="43180"/>
                  </a:lnTo>
                  <a:lnTo>
                    <a:pt x="142663" y="40639"/>
                  </a:lnTo>
                  <a:lnTo>
                    <a:pt x="142536" y="40259"/>
                  </a:lnTo>
                  <a:close/>
                </a:path>
                <a:path w="609600" h="135255">
                  <a:moveTo>
                    <a:pt x="124332" y="27939"/>
                  </a:moveTo>
                  <a:lnTo>
                    <a:pt x="115950" y="27939"/>
                  </a:lnTo>
                  <a:lnTo>
                    <a:pt x="111505" y="29083"/>
                  </a:lnTo>
                  <a:lnTo>
                    <a:pt x="107442" y="31369"/>
                  </a:lnTo>
                  <a:lnTo>
                    <a:pt x="103377" y="33527"/>
                  </a:lnTo>
                  <a:lnTo>
                    <a:pt x="99186" y="36830"/>
                  </a:lnTo>
                  <a:lnTo>
                    <a:pt x="94996" y="41148"/>
                  </a:lnTo>
                  <a:lnTo>
                    <a:pt x="110617" y="41148"/>
                  </a:lnTo>
                  <a:lnTo>
                    <a:pt x="114173" y="40259"/>
                  </a:lnTo>
                  <a:lnTo>
                    <a:pt x="142536" y="40259"/>
                  </a:lnTo>
                  <a:lnTo>
                    <a:pt x="130555" y="29463"/>
                  </a:lnTo>
                  <a:lnTo>
                    <a:pt x="127634" y="28448"/>
                  </a:lnTo>
                  <a:lnTo>
                    <a:pt x="124332" y="27939"/>
                  </a:lnTo>
                  <a:close/>
                </a:path>
                <a:path w="609600" h="135255">
                  <a:moveTo>
                    <a:pt x="77977" y="27939"/>
                  </a:moveTo>
                  <a:lnTo>
                    <a:pt x="68579" y="27939"/>
                  </a:lnTo>
                  <a:lnTo>
                    <a:pt x="64643" y="28828"/>
                  </a:lnTo>
                  <a:lnTo>
                    <a:pt x="57276" y="32638"/>
                  </a:lnTo>
                  <a:lnTo>
                    <a:pt x="53594" y="35178"/>
                  </a:lnTo>
                  <a:lnTo>
                    <a:pt x="49910" y="38608"/>
                  </a:lnTo>
                  <a:lnTo>
                    <a:pt x="93897" y="38608"/>
                  </a:lnTo>
                  <a:lnTo>
                    <a:pt x="92963" y="36449"/>
                  </a:lnTo>
                  <a:lnTo>
                    <a:pt x="90043" y="33147"/>
                  </a:lnTo>
                  <a:lnTo>
                    <a:pt x="86232" y="30987"/>
                  </a:lnTo>
                  <a:lnTo>
                    <a:pt x="82542" y="29083"/>
                  </a:lnTo>
                  <a:lnTo>
                    <a:pt x="82835" y="29083"/>
                  </a:lnTo>
                  <a:lnTo>
                    <a:pt x="77977" y="27939"/>
                  </a:lnTo>
                  <a:close/>
                </a:path>
                <a:path w="609600" h="135255">
                  <a:moveTo>
                    <a:pt x="179450" y="30099"/>
                  </a:moveTo>
                  <a:lnTo>
                    <a:pt x="165353" y="30099"/>
                  </a:lnTo>
                  <a:lnTo>
                    <a:pt x="165353" y="134747"/>
                  </a:lnTo>
                  <a:lnTo>
                    <a:pt x="179450" y="134747"/>
                  </a:lnTo>
                  <a:lnTo>
                    <a:pt x="179450" y="102743"/>
                  </a:lnTo>
                  <a:lnTo>
                    <a:pt x="218674" y="102743"/>
                  </a:lnTo>
                  <a:lnTo>
                    <a:pt x="220444" y="101701"/>
                  </a:lnTo>
                  <a:lnTo>
                    <a:pt x="225805" y="96774"/>
                  </a:lnTo>
                  <a:lnTo>
                    <a:pt x="225986" y="96520"/>
                  </a:lnTo>
                  <a:lnTo>
                    <a:pt x="194690" y="96520"/>
                  </a:lnTo>
                  <a:lnTo>
                    <a:pt x="191643" y="96138"/>
                  </a:lnTo>
                  <a:lnTo>
                    <a:pt x="188975" y="95631"/>
                  </a:lnTo>
                  <a:lnTo>
                    <a:pt x="186308" y="94996"/>
                  </a:lnTo>
                  <a:lnTo>
                    <a:pt x="183133" y="93852"/>
                  </a:lnTo>
                  <a:lnTo>
                    <a:pt x="179450" y="92201"/>
                  </a:lnTo>
                  <a:lnTo>
                    <a:pt x="179450" y="48895"/>
                  </a:lnTo>
                  <a:lnTo>
                    <a:pt x="182879" y="46355"/>
                  </a:lnTo>
                  <a:lnTo>
                    <a:pt x="186435" y="44323"/>
                  </a:lnTo>
                  <a:lnTo>
                    <a:pt x="193801" y="41021"/>
                  </a:lnTo>
                  <a:lnTo>
                    <a:pt x="197738" y="40259"/>
                  </a:lnTo>
                  <a:lnTo>
                    <a:pt x="229014" y="40259"/>
                  </a:lnTo>
                  <a:lnTo>
                    <a:pt x="227837" y="38353"/>
                  </a:lnTo>
                  <a:lnTo>
                    <a:pt x="227639" y="38100"/>
                  </a:lnTo>
                  <a:lnTo>
                    <a:pt x="179450" y="38100"/>
                  </a:lnTo>
                  <a:lnTo>
                    <a:pt x="179450" y="30099"/>
                  </a:lnTo>
                  <a:close/>
                </a:path>
                <a:path w="609600" h="135255">
                  <a:moveTo>
                    <a:pt x="218674" y="102743"/>
                  </a:moveTo>
                  <a:lnTo>
                    <a:pt x="179450" y="102743"/>
                  </a:lnTo>
                  <a:lnTo>
                    <a:pt x="182879" y="104521"/>
                  </a:lnTo>
                  <a:lnTo>
                    <a:pt x="186181" y="105918"/>
                  </a:lnTo>
                  <a:lnTo>
                    <a:pt x="189356" y="106807"/>
                  </a:lnTo>
                  <a:lnTo>
                    <a:pt x="192531" y="107569"/>
                  </a:lnTo>
                  <a:lnTo>
                    <a:pt x="196214" y="108076"/>
                  </a:lnTo>
                  <a:lnTo>
                    <a:pt x="200405" y="108076"/>
                  </a:lnTo>
                  <a:lnTo>
                    <a:pt x="207768" y="107364"/>
                  </a:lnTo>
                  <a:lnTo>
                    <a:pt x="214439" y="105235"/>
                  </a:lnTo>
                  <a:lnTo>
                    <a:pt x="218674" y="102743"/>
                  </a:lnTo>
                  <a:close/>
                </a:path>
                <a:path w="609600" h="135255">
                  <a:moveTo>
                    <a:pt x="229014" y="40259"/>
                  </a:moveTo>
                  <a:lnTo>
                    <a:pt x="208660" y="40259"/>
                  </a:lnTo>
                  <a:lnTo>
                    <a:pt x="213613" y="42672"/>
                  </a:lnTo>
                  <a:lnTo>
                    <a:pt x="216661" y="47498"/>
                  </a:lnTo>
                  <a:lnTo>
                    <a:pt x="219709" y="52197"/>
                  </a:lnTo>
                  <a:lnTo>
                    <a:pt x="221233" y="59055"/>
                  </a:lnTo>
                  <a:lnTo>
                    <a:pt x="221233" y="77088"/>
                  </a:lnTo>
                  <a:lnTo>
                    <a:pt x="219201" y="84327"/>
                  </a:lnTo>
                  <a:lnTo>
                    <a:pt x="215137" y="89153"/>
                  </a:lnTo>
                  <a:lnTo>
                    <a:pt x="211074" y="94107"/>
                  </a:lnTo>
                  <a:lnTo>
                    <a:pt x="205358" y="96520"/>
                  </a:lnTo>
                  <a:lnTo>
                    <a:pt x="225986" y="96520"/>
                  </a:lnTo>
                  <a:lnTo>
                    <a:pt x="235838" y="66294"/>
                  </a:lnTo>
                  <a:lnTo>
                    <a:pt x="235403" y="59055"/>
                  </a:lnTo>
                  <a:lnTo>
                    <a:pt x="235338" y="57981"/>
                  </a:lnTo>
                  <a:lnTo>
                    <a:pt x="233838" y="50561"/>
                  </a:lnTo>
                  <a:lnTo>
                    <a:pt x="231453" y="44323"/>
                  </a:lnTo>
                  <a:lnTo>
                    <a:pt x="231338" y="44023"/>
                  </a:lnTo>
                  <a:lnTo>
                    <a:pt x="229014" y="40259"/>
                  </a:lnTo>
                  <a:close/>
                </a:path>
                <a:path w="609600" h="135255">
                  <a:moveTo>
                    <a:pt x="214883" y="27939"/>
                  </a:moveTo>
                  <a:lnTo>
                    <a:pt x="200151" y="27939"/>
                  </a:lnTo>
                  <a:lnTo>
                    <a:pt x="195452" y="28956"/>
                  </a:lnTo>
                  <a:lnTo>
                    <a:pt x="191134" y="30861"/>
                  </a:lnTo>
                  <a:lnTo>
                    <a:pt x="186944" y="32765"/>
                  </a:lnTo>
                  <a:lnTo>
                    <a:pt x="183006" y="35178"/>
                  </a:lnTo>
                  <a:lnTo>
                    <a:pt x="179450" y="38100"/>
                  </a:lnTo>
                  <a:lnTo>
                    <a:pt x="227639" y="38100"/>
                  </a:lnTo>
                  <a:lnTo>
                    <a:pt x="222376" y="31369"/>
                  </a:lnTo>
                  <a:lnTo>
                    <a:pt x="214883" y="27939"/>
                  </a:lnTo>
                  <a:close/>
                </a:path>
                <a:path w="609600" h="135255">
                  <a:moveTo>
                    <a:pt x="264795" y="30225"/>
                  </a:moveTo>
                  <a:lnTo>
                    <a:pt x="250698" y="30225"/>
                  </a:lnTo>
                  <a:lnTo>
                    <a:pt x="250698" y="106552"/>
                  </a:lnTo>
                  <a:lnTo>
                    <a:pt x="264795" y="106552"/>
                  </a:lnTo>
                  <a:lnTo>
                    <a:pt x="264795" y="52324"/>
                  </a:lnTo>
                  <a:lnTo>
                    <a:pt x="268224" y="49275"/>
                  </a:lnTo>
                  <a:lnTo>
                    <a:pt x="271779" y="47117"/>
                  </a:lnTo>
                  <a:lnTo>
                    <a:pt x="275462" y="45593"/>
                  </a:lnTo>
                  <a:lnTo>
                    <a:pt x="279273" y="44069"/>
                  </a:lnTo>
                  <a:lnTo>
                    <a:pt x="282448" y="43434"/>
                  </a:lnTo>
                  <a:lnTo>
                    <a:pt x="295275" y="43434"/>
                  </a:lnTo>
                  <a:lnTo>
                    <a:pt x="295275" y="41401"/>
                  </a:lnTo>
                  <a:lnTo>
                    <a:pt x="264795" y="41401"/>
                  </a:lnTo>
                  <a:lnTo>
                    <a:pt x="264795" y="30225"/>
                  </a:lnTo>
                  <a:close/>
                </a:path>
                <a:path w="609600" h="135255">
                  <a:moveTo>
                    <a:pt x="295275" y="43434"/>
                  </a:moveTo>
                  <a:lnTo>
                    <a:pt x="292353" y="43434"/>
                  </a:lnTo>
                  <a:lnTo>
                    <a:pt x="293370" y="43687"/>
                  </a:lnTo>
                  <a:lnTo>
                    <a:pt x="295084" y="44069"/>
                  </a:lnTo>
                  <a:lnTo>
                    <a:pt x="295275" y="44069"/>
                  </a:lnTo>
                  <a:lnTo>
                    <a:pt x="295275" y="43434"/>
                  </a:lnTo>
                  <a:close/>
                </a:path>
                <a:path w="609600" h="135255">
                  <a:moveTo>
                    <a:pt x="293497" y="30225"/>
                  </a:moveTo>
                  <a:lnTo>
                    <a:pt x="285350" y="30225"/>
                  </a:lnTo>
                  <a:lnTo>
                    <a:pt x="282194" y="30987"/>
                  </a:lnTo>
                  <a:lnTo>
                    <a:pt x="278383" y="32638"/>
                  </a:lnTo>
                  <a:lnTo>
                    <a:pt x="274447" y="34417"/>
                  </a:lnTo>
                  <a:lnTo>
                    <a:pt x="270001" y="37337"/>
                  </a:lnTo>
                  <a:lnTo>
                    <a:pt x="264795" y="41401"/>
                  </a:lnTo>
                  <a:lnTo>
                    <a:pt x="295275" y="41401"/>
                  </a:lnTo>
                  <a:lnTo>
                    <a:pt x="295275" y="30480"/>
                  </a:lnTo>
                  <a:lnTo>
                    <a:pt x="293497" y="30225"/>
                  </a:lnTo>
                  <a:close/>
                </a:path>
                <a:path w="609600" h="135255">
                  <a:moveTo>
                    <a:pt x="335660" y="27939"/>
                  </a:moveTo>
                  <a:lnTo>
                    <a:pt x="300766" y="51053"/>
                  </a:lnTo>
                  <a:lnTo>
                    <a:pt x="300640" y="51323"/>
                  </a:lnTo>
                  <a:lnTo>
                    <a:pt x="298711" y="59307"/>
                  </a:lnTo>
                  <a:lnTo>
                    <a:pt x="298069" y="68325"/>
                  </a:lnTo>
                  <a:lnTo>
                    <a:pt x="298690" y="77162"/>
                  </a:lnTo>
                  <a:lnTo>
                    <a:pt x="320203" y="106060"/>
                  </a:lnTo>
                  <a:lnTo>
                    <a:pt x="320364" y="106060"/>
                  </a:lnTo>
                  <a:lnTo>
                    <a:pt x="327457" y="108047"/>
                  </a:lnTo>
                  <a:lnTo>
                    <a:pt x="327658" y="108047"/>
                  </a:lnTo>
                  <a:lnTo>
                    <a:pt x="335660" y="108712"/>
                  </a:lnTo>
                  <a:lnTo>
                    <a:pt x="343785" y="108047"/>
                  </a:lnTo>
                  <a:lnTo>
                    <a:pt x="351027" y="106060"/>
                  </a:lnTo>
                  <a:lnTo>
                    <a:pt x="357413" y="102764"/>
                  </a:lnTo>
                  <a:lnTo>
                    <a:pt x="362965" y="98171"/>
                  </a:lnTo>
                  <a:lnTo>
                    <a:pt x="363459" y="97536"/>
                  </a:lnTo>
                  <a:lnTo>
                    <a:pt x="328295" y="97536"/>
                  </a:lnTo>
                  <a:lnTo>
                    <a:pt x="322579" y="95123"/>
                  </a:lnTo>
                  <a:lnTo>
                    <a:pt x="314705" y="85217"/>
                  </a:lnTo>
                  <a:lnTo>
                    <a:pt x="312709" y="78105"/>
                  </a:lnTo>
                  <a:lnTo>
                    <a:pt x="312674" y="58420"/>
                  </a:lnTo>
                  <a:lnTo>
                    <a:pt x="314631" y="51323"/>
                  </a:lnTo>
                  <a:lnTo>
                    <a:pt x="314705" y="51053"/>
                  </a:lnTo>
                  <a:lnTo>
                    <a:pt x="322579" y="41401"/>
                  </a:lnTo>
                  <a:lnTo>
                    <a:pt x="328295" y="38988"/>
                  </a:lnTo>
                  <a:lnTo>
                    <a:pt x="363356" y="38988"/>
                  </a:lnTo>
                  <a:lnTo>
                    <a:pt x="363063" y="38608"/>
                  </a:lnTo>
                  <a:lnTo>
                    <a:pt x="357478" y="33940"/>
                  </a:lnTo>
                  <a:lnTo>
                    <a:pt x="351058" y="30607"/>
                  </a:lnTo>
                  <a:lnTo>
                    <a:pt x="343792" y="28606"/>
                  </a:lnTo>
                  <a:lnTo>
                    <a:pt x="335660" y="27939"/>
                  </a:lnTo>
                  <a:close/>
                </a:path>
                <a:path w="609600" h="135255">
                  <a:moveTo>
                    <a:pt x="363356" y="38988"/>
                  </a:moveTo>
                  <a:lnTo>
                    <a:pt x="343026" y="38988"/>
                  </a:lnTo>
                  <a:lnTo>
                    <a:pt x="348614" y="41401"/>
                  </a:lnTo>
                  <a:lnTo>
                    <a:pt x="352678" y="46227"/>
                  </a:lnTo>
                  <a:lnTo>
                    <a:pt x="356615" y="51053"/>
                  </a:lnTo>
                  <a:lnTo>
                    <a:pt x="358648" y="58420"/>
                  </a:lnTo>
                  <a:lnTo>
                    <a:pt x="358648" y="78105"/>
                  </a:lnTo>
                  <a:lnTo>
                    <a:pt x="356742" y="85010"/>
                  </a:lnTo>
                  <a:lnTo>
                    <a:pt x="356686" y="85217"/>
                  </a:lnTo>
                  <a:lnTo>
                    <a:pt x="356602" y="85486"/>
                  </a:lnTo>
                  <a:lnTo>
                    <a:pt x="352551" y="90297"/>
                  </a:lnTo>
                  <a:lnTo>
                    <a:pt x="348614" y="95123"/>
                  </a:lnTo>
                  <a:lnTo>
                    <a:pt x="343026" y="97536"/>
                  </a:lnTo>
                  <a:lnTo>
                    <a:pt x="363459" y="97536"/>
                  </a:lnTo>
                  <a:lnTo>
                    <a:pt x="367466" y="92382"/>
                  </a:lnTo>
                  <a:lnTo>
                    <a:pt x="370681" y="85486"/>
                  </a:lnTo>
                  <a:lnTo>
                    <a:pt x="372457" y="78105"/>
                  </a:lnTo>
                  <a:lnTo>
                    <a:pt x="372488" y="77977"/>
                  </a:lnTo>
                  <a:lnTo>
                    <a:pt x="372610" y="77471"/>
                  </a:lnTo>
                  <a:lnTo>
                    <a:pt x="373252" y="68325"/>
                  </a:lnTo>
                  <a:lnTo>
                    <a:pt x="372613" y="59307"/>
                  </a:lnTo>
                  <a:lnTo>
                    <a:pt x="370696" y="51323"/>
                  </a:lnTo>
                  <a:lnTo>
                    <a:pt x="367499" y="44412"/>
                  </a:lnTo>
                  <a:lnTo>
                    <a:pt x="363356" y="38988"/>
                  </a:lnTo>
                  <a:close/>
                </a:path>
                <a:path w="609600" h="135255">
                  <a:moveTo>
                    <a:pt x="393319" y="30099"/>
                  </a:moveTo>
                  <a:lnTo>
                    <a:pt x="378078" y="30099"/>
                  </a:lnTo>
                  <a:lnTo>
                    <a:pt x="409448" y="106552"/>
                  </a:lnTo>
                  <a:lnTo>
                    <a:pt x="422275" y="106552"/>
                  </a:lnTo>
                  <a:lnTo>
                    <a:pt x="429471" y="89153"/>
                  </a:lnTo>
                  <a:lnTo>
                    <a:pt x="416305" y="89153"/>
                  </a:lnTo>
                  <a:lnTo>
                    <a:pt x="393319" y="30099"/>
                  </a:lnTo>
                  <a:close/>
                </a:path>
                <a:path w="609600" h="135255">
                  <a:moveTo>
                    <a:pt x="453898" y="30099"/>
                  </a:moveTo>
                  <a:lnTo>
                    <a:pt x="439165" y="30099"/>
                  </a:lnTo>
                  <a:lnTo>
                    <a:pt x="416305" y="89153"/>
                  </a:lnTo>
                  <a:lnTo>
                    <a:pt x="429471" y="89153"/>
                  </a:lnTo>
                  <a:lnTo>
                    <a:pt x="453898" y="30099"/>
                  </a:lnTo>
                  <a:close/>
                </a:path>
                <a:path w="609600" h="135255">
                  <a:moveTo>
                    <a:pt x="502411" y="27939"/>
                  </a:moveTo>
                  <a:lnTo>
                    <a:pt x="497204" y="27939"/>
                  </a:lnTo>
                  <a:lnTo>
                    <a:pt x="488008" y="28701"/>
                  </a:lnTo>
                  <a:lnTo>
                    <a:pt x="488612" y="28701"/>
                  </a:lnTo>
                  <a:lnTo>
                    <a:pt x="481393" y="30702"/>
                  </a:lnTo>
                  <a:lnTo>
                    <a:pt x="458215" y="68707"/>
                  </a:lnTo>
                  <a:lnTo>
                    <a:pt x="458906" y="77684"/>
                  </a:lnTo>
                  <a:lnTo>
                    <a:pt x="460919" y="85344"/>
                  </a:lnTo>
                  <a:lnTo>
                    <a:pt x="460978" y="85566"/>
                  </a:lnTo>
                  <a:lnTo>
                    <a:pt x="500506" y="108331"/>
                  </a:lnTo>
                  <a:lnTo>
                    <a:pt x="503935" y="108331"/>
                  </a:lnTo>
                  <a:lnTo>
                    <a:pt x="525526" y="103250"/>
                  </a:lnTo>
                  <a:lnTo>
                    <a:pt x="527527" y="102544"/>
                  </a:lnTo>
                  <a:lnTo>
                    <a:pt x="529335" y="101853"/>
                  </a:lnTo>
                  <a:lnTo>
                    <a:pt x="529335" y="97155"/>
                  </a:lnTo>
                  <a:lnTo>
                    <a:pt x="491744" y="97155"/>
                  </a:lnTo>
                  <a:lnTo>
                    <a:pt x="484885" y="94742"/>
                  </a:lnTo>
                  <a:lnTo>
                    <a:pt x="479932" y="90043"/>
                  </a:lnTo>
                  <a:lnTo>
                    <a:pt x="475106" y="85344"/>
                  </a:lnTo>
                  <a:lnTo>
                    <a:pt x="472567" y="78612"/>
                  </a:lnTo>
                  <a:lnTo>
                    <a:pt x="472567" y="69596"/>
                  </a:lnTo>
                  <a:lnTo>
                    <a:pt x="530859" y="69596"/>
                  </a:lnTo>
                  <a:lnTo>
                    <a:pt x="530859" y="59848"/>
                  </a:lnTo>
                  <a:lnTo>
                    <a:pt x="472563" y="59848"/>
                  </a:lnTo>
                  <a:lnTo>
                    <a:pt x="472948" y="56514"/>
                  </a:lnTo>
                  <a:lnTo>
                    <a:pt x="473582" y="53721"/>
                  </a:lnTo>
                  <a:lnTo>
                    <a:pt x="474665" y="51435"/>
                  </a:lnTo>
                  <a:lnTo>
                    <a:pt x="475869" y="48768"/>
                  </a:lnTo>
                  <a:lnTo>
                    <a:pt x="492505" y="38608"/>
                  </a:lnTo>
                  <a:lnTo>
                    <a:pt x="523748" y="38608"/>
                  </a:lnTo>
                  <a:lnTo>
                    <a:pt x="521588" y="36449"/>
                  </a:lnTo>
                  <a:lnTo>
                    <a:pt x="518540" y="33527"/>
                  </a:lnTo>
                  <a:lnTo>
                    <a:pt x="514984" y="31369"/>
                  </a:lnTo>
                  <a:lnTo>
                    <a:pt x="511048" y="29972"/>
                  </a:lnTo>
                  <a:lnTo>
                    <a:pt x="506983" y="28701"/>
                  </a:lnTo>
                  <a:lnTo>
                    <a:pt x="502411" y="27939"/>
                  </a:lnTo>
                  <a:close/>
                </a:path>
                <a:path w="609600" h="135255">
                  <a:moveTo>
                    <a:pt x="529335" y="87884"/>
                  </a:moveTo>
                  <a:lnTo>
                    <a:pt x="528447" y="87884"/>
                  </a:lnTo>
                  <a:lnTo>
                    <a:pt x="527303" y="88773"/>
                  </a:lnTo>
                  <a:lnTo>
                    <a:pt x="525906" y="89662"/>
                  </a:lnTo>
                  <a:lnTo>
                    <a:pt x="503554" y="97155"/>
                  </a:lnTo>
                  <a:lnTo>
                    <a:pt x="529335" y="97155"/>
                  </a:lnTo>
                  <a:lnTo>
                    <a:pt x="529335" y="87884"/>
                  </a:lnTo>
                  <a:close/>
                </a:path>
                <a:path w="609600" h="135255">
                  <a:moveTo>
                    <a:pt x="523748" y="38608"/>
                  </a:moveTo>
                  <a:lnTo>
                    <a:pt x="500125" y="38608"/>
                  </a:lnTo>
                  <a:lnTo>
                    <a:pt x="503300" y="39115"/>
                  </a:lnTo>
                  <a:lnTo>
                    <a:pt x="505968" y="40132"/>
                  </a:lnTo>
                  <a:lnTo>
                    <a:pt x="508870" y="41148"/>
                  </a:lnTo>
                  <a:lnTo>
                    <a:pt x="508687" y="41148"/>
                  </a:lnTo>
                  <a:lnTo>
                    <a:pt x="510776" y="42672"/>
                  </a:lnTo>
                  <a:lnTo>
                    <a:pt x="517145" y="59848"/>
                  </a:lnTo>
                  <a:lnTo>
                    <a:pt x="530859" y="59848"/>
                  </a:lnTo>
                  <a:lnTo>
                    <a:pt x="530859" y="56514"/>
                  </a:lnTo>
                  <a:lnTo>
                    <a:pt x="530174" y="51943"/>
                  </a:lnTo>
                  <a:lnTo>
                    <a:pt x="530098" y="51435"/>
                  </a:lnTo>
                  <a:lnTo>
                    <a:pt x="528447" y="47117"/>
                  </a:lnTo>
                  <a:lnTo>
                    <a:pt x="526923" y="42925"/>
                  </a:lnTo>
                  <a:lnTo>
                    <a:pt x="524509" y="39370"/>
                  </a:lnTo>
                  <a:lnTo>
                    <a:pt x="523748" y="38608"/>
                  </a:lnTo>
                  <a:close/>
                </a:path>
                <a:path w="609600" h="135255">
                  <a:moveTo>
                    <a:pt x="578738" y="27939"/>
                  </a:moveTo>
                  <a:lnTo>
                    <a:pt x="569722" y="27939"/>
                  </a:lnTo>
                  <a:lnTo>
                    <a:pt x="565150" y="28956"/>
                  </a:lnTo>
                  <a:lnTo>
                    <a:pt x="560831" y="30861"/>
                  </a:lnTo>
                  <a:lnTo>
                    <a:pt x="556513" y="32638"/>
                  </a:lnTo>
                  <a:lnTo>
                    <a:pt x="552830" y="35306"/>
                  </a:lnTo>
                  <a:lnTo>
                    <a:pt x="546353" y="42290"/>
                  </a:lnTo>
                  <a:lnTo>
                    <a:pt x="543813" y="46609"/>
                  </a:lnTo>
                  <a:lnTo>
                    <a:pt x="541908" y="51435"/>
                  </a:lnTo>
                  <a:lnTo>
                    <a:pt x="539876" y="56387"/>
                  </a:lnTo>
                  <a:lnTo>
                    <a:pt x="538987" y="62230"/>
                  </a:lnTo>
                  <a:lnTo>
                    <a:pt x="538987" y="75311"/>
                  </a:lnTo>
                  <a:lnTo>
                    <a:pt x="539750" y="81025"/>
                  </a:lnTo>
                  <a:lnTo>
                    <a:pt x="542680" y="90550"/>
                  </a:lnTo>
                  <a:lnTo>
                    <a:pt x="542798" y="90932"/>
                  </a:lnTo>
                  <a:lnTo>
                    <a:pt x="544829" y="95123"/>
                  </a:lnTo>
                  <a:lnTo>
                    <a:pt x="547624" y="98425"/>
                  </a:lnTo>
                  <a:lnTo>
                    <a:pt x="550418" y="101853"/>
                  </a:lnTo>
                  <a:lnTo>
                    <a:pt x="553720" y="104394"/>
                  </a:lnTo>
                  <a:lnTo>
                    <a:pt x="557529" y="106045"/>
                  </a:lnTo>
                  <a:lnTo>
                    <a:pt x="561467" y="107823"/>
                  </a:lnTo>
                  <a:lnTo>
                    <a:pt x="565657" y="108712"/>
                  </a:lnTo>
                  <a:lnTo>
                    <a:pt x="573151" y="108712"/>
                  </a:lnTo>
                  <a:lnTo>
                    <a:pt x="575563" y="108458"/>
                  </a:lnTo>
                  <a:lnTo>
                    <a:pt x="579881" y="107442"/>
                  </a:lnTo>
                  <a:lnTo>
                    <a:pt x="582040" y="106807"/>
                  </a:lnTo>
                  <a:lnTo>
                    <a:pt x="583782" y="106045"/>
                  </a:lnTo>
                  <a:lnTo>
                    <a:pt x="586231" y="105028"/>
                  </a:lnTo>
                  <a:lnTo>
                    <a:pt x="588009" y="104012"/>
                  </a:lnTo>
                  <a:lnTo>
                    <a:pt x="589660" y="102870"/>
                  </a:lnTo>
                  <a:lnTo>
                    <a:pt x="591311" y="101853"/>
                  </a:lnTo>
                  <a:lnTo>
                    <a:pt x="593217" y="100457"/>
                  </a:lnTo>
                  <a:lnTo>
                    <a:pt x="595376" y="98806"/>
                  </a:lnTo>
                  <a:lnTo>
                    <a:pt x="609600" y="98806"/>
                  </a:lnTo>
                  <a:lnTo>
                    <a:pt x="609600" y="96393"/>
                  </a:lnTo>
                  <a:lnTo>
                    <a:pt x="566547" y="96393"/>
                  </a:lnTo>
                  <a:lnTo>
                    <a:pt x="561734" y="94107"/>
                  </a:lnTo>
                  <a:lnTo>
                    <a:pt x="561552" y="94107"/>
                  </a:lnTo>
                  <a:lnTo>
                    <a:pt x="558292" y="89281"/>
                  </a:lnTo>
                  <a:lnTo>
                    <a:pt x="555117" y="84455"/>
                  </a:lnTo>
                  <a:lnTo>
                    <a:pt x="553593" y="77597"/>
                  </a:lnTo>
                  <a:lnTo>
                    <a:pt x="553593" y="59309"/>
                  </a:lnTo>
                  <a:lnTo>
                    <a:pt x="555625" y="52070"/>
                  </a:lnTo>
                  <a:lnTo>
                    <a:pt x="559815" y="47117"/>
                  </a:lnTo>
                  <a:lnTo>
                    <a:pt x="563775" y="42290"/>
                  </a:lnTo>
                  <a:lnTo>
                    <a:pt x="563579" y="42290"/>
                  </a:lnTo>
                  <a:lnTo>
                    <a:pt x="569595" y="39750"/>
                  </a:lnTo>
                  <a:lnTo>
                    <a:pt x="609600" y="39750"/>
                  </a:lnTo>
                  <a:lnTo>
                    <a:pt x="609600" y="33147"/>
                  </a:lnTo>
                  <a:lnTo>
                    <a:pt x="595376" y="33147"/>
                  </a:lnTo>
                  <a:lnTo>
                    <a:pt x="591947" y="31369"/>
                  </a:lnTo>
                  <a:lnTo>
                    <a:pt x="588645" y="30099"/>
                  </a:lnTo>
                  <a:lnTo>
                    <a:pt x="585470" y="29210"/>
                  </a:lnTo>
                  <a:lnTo>
                    <a:pt x="582422" y="28321"/>
                  </a:lnTo>
                  <a:lnTo>
                    <a:pt x="578738" y="27939"/>
                  </a:lnTo>
                  <a:close/>
                </a:path>
                <a:path w="609600" h="135255">
                  <a:moveTo>
                    <a:pt x="609600" y="98806"/>
                  </a:moveTo>
                  <a:lnTo>
                    <a:pt x="595376" y="98806"/>
                  </a:lnTo>
                  <a:lnTo>
                    <a:pt x="595376" y="106552"/>
                  </a:lnTo>
                  <a:lnTo>
                    <a:pt x="609600" y="106552"/>
                  </a:lnTo>
                  <a:lnTo>
                    <a:pt x="609600" y="98806"/>
                  </a:lnTo>
                  <a:close/>
                </a:path>
                <a:path w="609600" h="135255">
                  <a:moveTo>
                    <a:pt x="609600" y="39750"/>
                  </a:moveTo>
                  <a:lnTo>
                    <a:pt x="580135" y="39750"/>
                  </a:lnTo>
                  <a:lnTo>
                    <a:pt x="583183" y="40005"/>
                  </a:lnTo>
                  <a:lnTo>
                    <a:pt x="588772" y="41275"/>
                  </a:lnTo>
                  <a:lnTo>
                    <a:pt x="591820" y="42290"/>
                  </a:lnTo>
                  <a:lnTo>
                    <a:pt x="595376" y="43814"/>
                  </a:lnTo>
                  <a:lnTo>
                    <a:pt x="595376" y="87884"/>
                  </a:lnTo>
                  <a:lnTo>
                    <a:pt x="577214" y="96393"/>
                  </a:lnTo>
                  <a:lnTo>
                    <a:pt x="609600" y="96393"/>
                  </a:lnTo>
                  <a:lnTo>
                    <a:pt x="609600" y="39750"/>
                  </a:lnTo>
                  <a:close/>
                </a:path>
                <a:path w="609600" h="135255">
                  <a:moveTo>
                    <a:pt x="609600" y="0"/>
                  </a:moveTo>
                  <a:lnTo>
                    <a:pt x="595376" y="0"/>
                  </a:lnTo>
                  <a:lnTo>
                    <a:pt x="595376" y="33147"/>
                  </a:lnTo>
                  <a:lnTo>
                    <a:pt x="609600" y="33147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96172" y="2024888"/>
              <a:ext cx="835405" cy="109347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90633" y="2053717"/>
              <a:ext cx="619251" cy="106552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40197" y="2024888"/>
              <a:ext cx="2931795" cy="51638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28634" y="2211451"/>
              <a:ext cx="806958" cy="134747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997314" y="2211451"/>
              <a:ext cx="682498" cy="10871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736454" y="2211451"/>
              <a:ext cx="709422" cy="134747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4895850" y="2827020"/>
            <a:ext cx="5905500" cy="1400175"/>
            <a:chOff x="4895850" y="2827020"/>
            <a:chExt cx="5905500" cy="1400175"/>
          </a:xfrm>
        </p:grpSpPr>
        <p:sp>
          <p:nvSpPr>
            <p:cNvPr id="21" name="object 21" descr=""/>
            <p:cNvSpPr/>
            <p:nvPr/>
          </p:nvSpPr>
          <p:spPr>
            <a:xfrm>
              <a:off x="4915789" y="2827020"/>
              <a:ext cx="5885815" cy="1400175"/>
            </a:xfrm>
            <a:custGeom>
              <a:avLst/>
              <a:gdLst/>
              <a:ahLst/>
              <a:cxnLst/>
              <a:rect l="l" t="t" r="r" b="b"/>
              <a:pathLst>
                <a:path w="5885815" h="1400175">
                  <a:moveTo>
                    <a:pt x="0" y="1334770"/>
                  </a:moveTo>
                  <a:lnTo>
                    <a:pt x="508" y="1338833"/>
                  </a:lnTo>
                  <a:lnTo>
                    <a:pt x="2412" y="1346073"/>
                  </a:lnTo>
                  <a:lnTo>
                    <a:pt x="4825" y="1352803"/>
                  </a:lnTo>
                  <a:lnTo>
                    <a:pt x="4952" y="1353184"/>
                  </a:lnTo>
                  <a:lnTo>
                    <a:pt x="32893" y="1387348"/>
                  </a:lnTo>
                  <a:lnTo>
                    <a:pt x="75311" y="1400175"/>
                  </a:lnTo>
                  <a:lnTo>
                    <a:pt x="5872480" y="1400175"/>
                  </a:lnTo>
                  <a:lnTo>
                    <a:pt x="5876797" y="1398396"/>
                  </a:lnTo>
                  <a:lnTo>
                    <a:pt x="5883783" y="1391412"/>
                  </a:lnTo>
                  <a:lnTo>
                    <a:pt x="5885561" y="1387348"/>
                  </a:lnTo>
                  <a:lnTo>
                    <a:pt x="5885561" y="1381125"/>
                  </a:lnTo>
                  <a:lnTo>
                    <a:pt x="75311" y="1381125"/>
                  </a:lnTo>
                  <a:lnTo>
                    <a:pt x="32893" y="1371473"/>
                  </a:lnTo>
                  <a:lnTo>
                    <a:pt x="1015" y="1338833"/>
                  </a:lnTo>
                  <a:lnTo>
                    <a:pt x="0" y="1334770"/>
                  </a:lnTo>
                  <a:close/>
                </a:path>
                <a:path w="5885815" h="1400175">
                  <a:moveTo>
                    <a:pt x="5885561" y="19050"/>
                  </a:moveTo>
                  <a:lnTo>
                    <a:pt x="5866511" y="19050"/>
                  </a:lnTo>
                  <a:lnTo>
                    <a:pt x="5866511" y="1381125"/>
                  </a:lnTo>
                  <a:lnTo>
                    <a:pt x="5885561" y="1381125"/>
                  </a:lnTo>
                  <a:lnTo>
                    <a:pt x="5885561" y="19050"/>
                  </a:lnTo>
                  <a:close/>
                </a:path>
                <a:path w="5885815" h="1400175">
                  <a:moveTo>
                    <a:pt x="5872480" y="0"/>
                  </a:moveTo>
                  <a:lnTo>
                    <a:pt x="75311" y="0"/>
                  </a:lnTo>
                  <a:lnTo>
                    <a:pt x="32893" y="12826"/>
                  </a:lnTo>
                  <a:lnTo>
                    <a:pt x="4952" y="46989"/>
                  </a:lnTo>
                  <a:lnTo>
                    <a:pt x="1165" y="61071"/>
                  </a:lnTo>
                  <a:lnTo>
                    <a:pt x="8762" y="47371"/>
                  </a:lnTo>
                  <a:lnTo>
                    <a:pt x="46100" y="23367"/>
                  </a:lnTo>
                  <a:lnTo>
                    <a:pt x="75311" y="19050"/>
                  </a:lnTo>
                  <a:lnTo>
                    <a:pt x="5885561" y="19050"/>
                  </a:lnTo>
                  <a:lnTo>
                    <a:pt x="5885561" y="12826"/>
                  </a:lnTo>
                  <a:lnTo>
                    <a:pt x="5883910" y="9016"/>
                  </a:lnTo>
                  <a:lnTo>
                    <a:pt x="5883783" y="8762"/>
                  </a:lnTo>
                  <a:lnTo>
                    <a:pt x="5878449" y="3555"/>
                  </a:lnTo>
                  <a:lnTo>
                    <a:pt x="5878321" y="3301"/>
                  </a:lnTo>
                  <a:lnTo>
                    <a:pt x="5876797" y="1777"/>
                  </a:lnTo>
                  <a:lnTo>
                    <a:pt x="5872480" y="0"/>
                  </a:lnTo>
                  <a:close/>
                </a:path>
              </a:pathLst>
            </a:custGeom>
            <a:solidFill>
              <a:srgbClr val="D7D3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895850" y="2827020"/>
              <a:ext cx="76200" cy="1400175"/>
            </a:xfrm>
            <a:custGeom>
              <a:avLst/>
              <a:gdLst/>
              <a:ahLst/>
              <a:cxnLst/>
              <a:rect l="l" t="t" r="r" b="b"/>
              <a:pathLst>
                <a:path w="76200" h="1400175">
                  <a:moveTo>
                    <a:pt x="76200" y="0"/>
                  </a:moveTo>
                  <a:lnTo>
                    <a:pt x="15621" y="0"/>
                  </a:lnTo>
                  <a:lnTo>
                    <a:pt x="13335" y="508"/>
                  </a:lnTo>
                  <a:lnTo>
                    <a:pt x="0" y="15621"/>
                  </a:lnTo>
                  <a:lnTo>
                    <a:pt x="0" y="1384553"/>
                  </a:lnTo>
                  <a:lnTo>
                    <a:pt x="15621" y="1400175"/>
                  </a:lnTo>
                  <a:lnTo>
                    <a:pt x="76200" y="14001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DF4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5124069" y="2973146"/>
            <a:ext cx="1790064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solidFill>
                  <a:srgbClr val="373737"/>
                </a:solidFill>
                <a:latin typeface="Georgia"/>
                <a:cs typeface="Georgia"/>
              </a:rPr>
              <a:t>Real-Time</a:t>
            </a:r>
            <a:r>
              <a:rPr dirty="0" sz="1450" spc="20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450" spc="-10">
                <a:solidFill>
                  <a:srgbClr val="373737"/>
                </a:solidFill>
                <a:latin typeface="Georgia"/>
                <a:cs typeface="Georgia"/>
              </a:rPr>
              <a:t>Processing</a:t>
            </a:r>
            <a:endParaRPr sz="1450">
              <a:latin typeface="Georgia"/>
              <a:cs typeface="Georgia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5140325" y="3318891"/>
            <a:ext cx="5276850" cy="719455"/>
            <a:chOff x="5140325" y="3318891"/>
            <a:chExt cx="5276850" cy="719455"/>
          </a:xfrm>
        </p:grpSpPr>
        <p:pic>
          <p:nvPicPr>
            <p:cNvPr id="25" name="object 2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47310" y="3318891"/>
              <a:ext cx="2210816" cy="109219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7375271" y="3323336"/>
              <a:ext cx="341630" cy="104775"/>
            </a:xfrm>
            <a:custGeom>
              <a:avLst/>
              <a:gdLst/>
              <a:ahLst/>
              <a:cxnLst/>
              <a:rect l="l" t="t" r="r" b="b"/>
              <a:pathLst>
                <a:path w="341629" h="104775">
                  <a:moveTo>
                    <a:pt x="42468" y="51879"/>
                  </a:moveTo>
                  <a:lnTo>
                    <a:pt x="0" y="51879"/>
                  </a:lnTo>
                  <a:lnTo>
                    <a:pt x="0" y="64262"/>
                  </a:lnTo>
                  <a:lnTo>
                    <a:pt x="42468" y="64262"/>
                  </a:lnTo>
                  <a:lnTo>
                    <a:pt x="42468" y="51879"/>
                  </a:lnTo>
                  <a:close/>
                </a:path>
                <a:path w="341629" h="104775">
                  <a:moveTo>
                    <a:pt x="99441" y="26162"/>
                  </a:moveTo>
                  <a:lnTo>
                    <a:pt x="73406" y="26162"/>
                  </a:lnTo>
                  <a:lnTo>
                    <a:pt x="73406" y="4191"/>
                  </a:lnTo>
                  <a:lnTo>
                    <a:pt x="59309" y="4191"/>
                  </a:lnTo>
                  <a:lnTo>
                    <a:pt x="59309" y="26162"/>
                  </a:lnTo>
                  <a:lnTo>
                    <a:pt x="49657" y="26162"/>
                  </a:lnTo>
                  <a:lnTo>
                    <a:pt x="49657" y="36830"/>
                  </a:lnTo>
                  <a:lnTo>
                    <a:pt x="59309" y="36830"/>
                  </a:lnTo>
                  <a:lnTo>
                    <a:pt x="59347" y="88011"/>
                  </a:lnTo>
                  <a:lnTo>
                    <a:pt x="61468" y="94107"/>
                  </a:lnTo>
                  <a:lnTo>
                    <a:pt x="65786" y="98171"/>
                  </a:lnTo>
                  <a:lnTo>
                    <a:pt x="70104" y="102108"/>
                  </a:lnTo>
                  <a:lnTo>
                    <a:pt x="76073" y="104140"/>
                  </a:lnTo>
                  <a:lnTo>
                    <a:pt x="86106" y="104140"/>
                  </a:lnTo>
                  <a:lnTo>
                    <a:pt x="88646" y="103886"/>
                  </a:lnTo>
                  <a:lnTo>
                    <a:pt x="94107" y="103124"/>
                  </a:lnTo>
                  <a:lnTo>
                    <a:pt x="96774" y="102616"/>
                  </a:lnTo>
                  <a:lnTo>
                    <a:pt x="99441" y="101981"/>
                  </a:lnTo>
                  <a:lnTo>
                    <a:pt x="99441" y="92837"/>
                  </a:lnTo>
                  <a:lnTo>
                    <a:pt x="99441" y="90424"/>
                  </a:lnTo>
                  <a:lnTo>
                    <a:pt x="98679" y="90424"/>
                  </a:lnTo>
                  <a:lnTo>
                    <a:pt x="97663" y="90805"/>
                  </a:lnTo>
                  <a:lnTo>
                    <a:pt x="96139" y="91313"/>
                  </a:lnTo>
                  <a:lnTo>
                    <a:pt x="93980" y="91948"/>
                  </a:lnTo>
                  <a:lnTo>
                    <a:pt x="91821" y="92456"/>
                  </a:lnTo>
                  <a:lnTo>
                    <a:pt x="89662" y="92837"/>
                  </a:lnTo>
                  <a:lnTo>
                    <a:pt x="84074" y="92837"/>
                  </a:lnTo>
                  <a:lnTo>
                    <a:pt x="81407" y="92456"/>
                  </a:lnTo>
                  <a:lnTo>
                    <a:pt x="79502" y="91567"/>
                  </a:lnTo>
                  <a:lnTo>
                    <a:pt x="77597" y="90805"/>
                  </a:lnTo>
                  <a:lnTo>
                    <a:pt x="76200" y="89662"/>
                  </a:lnTo>
                  <a:lnTo>
                    <a:pt x="75438" y="88011"/>
                  </a:lnTo>
                  <a:lnTo>
                    <a:pt x="74422" y="86233"/>
                  </a:lnTo>
                  <a:lnTo>
                    <a:pt x="73787" y="84201"/>
                  </a:lnTo>
                  <a:lnTo>
                    <a:pt x="73660" y="82169"/>
                  </a:lnTo>
                  <a:lnTo>
                    <a:pt x="73533" y="80010"/>
                  </a:lnTo>
                  <a:lnTo>
                    <a:pt x="73406" y="36830"/>
                  </a:lnTo>
                  <a:lnTo>
                    <a:pt x="99441" y="36830"/>
                  </a:lnTo>
                  <a:lnTo>
                    <a:pt x="99441" y="26162"/>
                  </a:lnTo>
                  <a:close/>
                </a:path>
                <a:path w="341629" h="104775">
                  <a:moveTo>
                    <a:pt x="124587" y="26162"/>
                  </a:moveTo>
                  <a:lnTo>
                    <a:pt x="110490" y="26162"/>
                  </a:lnTo>
                  <a:lnTo>
                    <a:pt x="110490" y="102616"/>
                  </a:lnTo>
                  <a:lnTo>
                    <a:pt x="124587" y="102616"/>
                  </a:lnTo>
                  <a:lnTo>
                    <a:pt x="124587" y="26162"/>
                  </a:lnTo>
                  <a:close/>
                </a:path>
                <a:path w="341629" h="104775">
                  <a:moveTo>
                    <a:pt x="125603" y="0"/>
                  </a:moveTo>
                  <a:lnTo>
                    <a:pt x="109474" y="0"/>
                  </a:lnTo>
                  <a:lnTo>
                    <a:pt x="109474" y="13335"/>
                  </a:lnTo>
                  <a:lnTo>
                    <a:pt x="125603" y="13335"/>
                  </a:lnTo>
                  <a:lnTo>
                    <a:pt x="125603" y="0"/>
                  </a:lnTo>
                  <a:close/>
                </a:path>
                <a:path w="341629" h="104775">
                  <a:moveTo>
                    <a:pt x="254889" y="46990"/>
                  </a:moveTo>
                  <a:lnTo>
                    <a:pt x="254342" y="43307"/>
                  </a:lnTo>
                  <a:lnTo>
                    <a:pt x="254266" y="42799"/>
                  </a:lnTo>
                  <a:lnTo>
                    <a:pt x="252984" y="39243"/>
                  </a:lnTo>
                  <a:lnTo>
                    <a:pt x="252133" y="36703"/>
                  </a:lnTo>
                  <a:lnTo>
                    <a:pt x="252006" y="36322"/>
                  </a:lnTo>
                  <a:lnTo>
                    <a:pt x="251841" y="35814"/>
                  </a:lnTo>
                  <a:lnTo>
                    <a:pt x="250063" y="32893"/>
                  </a:lnTo>
                  <a:lnTo>
                    <a:pt x="245618" y="28194"/>
                  </a:lnTo>
                  <a:lnTo>
                    <a:pt x="243078" y="26543"/>
                  </a:lnTo>
                  <a:lnTo>
                    <a:pt x="240030" y="25527"/>
                  </a:lnTo>
                  <a:lnTo>
                    <a:pt x="237109" y="24511"/>
                  </a:lnTo>
                  <a:lnTo>
                    <a:pt x="233807" y="24003"/>
                  </a:lnTo>
                  <a:lnTo>
                    <a:pt x="225425" y="24003"/>
                  </a:lnTo>
                  <a:lnTo>
                    <a:pt x="220980" y="25146"/>
                  </a:lnTo>
                  <a:lnTo>
                    <a:pt x="216916" y="27432"/>
                  </a:lnTo>
                  <a:lnTo>
                    <a:pt x="212852" y="29591"/>
                  </a:lnTo>
                  <a:lnTo>
                    <a:pt x="208661" y="32893"/>
                  </a:lnTo>
                  <a:lnTo>
                    <a:pt x="204470" y="37211"/>
                  </a:lnTo>
                  <a:lnTo>
                    <a:pt x="204076" y="36322"/>
                  </a:lnTo>
                  <a:lnTo>
                    <a:pt x="203365" y="34671"/>
                  </a:lnTo>
                  <a:lnTo>
                    <a:pt x="202438" y="32512"/>
                  </a:lnTo>
                  <a:lnTo>
                    <a:pt x="199517" y="29210"/>
                  </a:lnTo>
                  <a:lnTo>
                    <a:pt x="195707" y="27051"/>
                  </a:lnTo>
                  <a:lnTo>
                    <a:pt x="191770" y="25019"/>
                  </a:lnTo>
                  <a:lnTo>
                    <a:pt x="187452" y="24003"/>
                  </a:lnTo>
                  <a:lnTo>
                    <a:pt x="178054" y="24003"/>
                  </a:lnTo>
                  <a:lnTo>
                    <a:pt x="173545" y="25019"/>
                  </a:lnTo>
                  <a:lnTo>
                    <a:pt x="173863" y="25019"/>
                  </a:lnTo>
                  <a:lnTo>
                    <a:pt x="166751" y="28702"/>
                  </a:lnTo>
                  <a:lnTo>
                    <a:pt x="163068" y="31242"/>
                  </a:lnTo>
                  <a:lnTo>
                    <a:pt x="159385" y="34671"/>
                  </a:lnTo>
                  <a:lnTo>
                    <a:pt x="159385" y="26162"/>
                  </a:lnTo>
                  <a:lnTo>
                    <a:pt x="145288" y="26162"/>
                  </a:lnTo>
                  <a:lnTo>
                    <a:pt x="145288" y="102616"/>
                  </a:lnTo>
                  <a:lnTo>
                    <a:pt x="159385" y="102616"/>
                  </a:lnTo>
                  <a:lnTo>
                    <a:pt x="159385" y="45593"/>
                  </a:lnTo>
                  <a:lnTo>
                    <a:pt x="159232" y="45593"/>
                  </a:lnTo>
                  <a:lnTo>
                    <a:pt x="162560" y="42799"/>
                  </a:lnTo>
                  <a:lnTo>
                    <a:pt x="165862" y="40640"/>
                  </a:lnTo>
                  <a:lnTo>
                    <a:pt x="169164" y="38862"/>
                  </a:lnTo>
                  <a:lnTo>
                    <a:pt x="172339" y="37211"/>
                  </a:lnTo>
                  <a:lnTo>
                    <a:pt x="172059" y="37211"/>
                  </a:lnTo>
                  <a:lnTo>
                    <a:pt x="175768" y="36322"/>
                  </a:lnTo>
                  <a:lnTo>
                    <a:pt x="181991" y="36322"/>
                  </a:lnTo>
                  <a:lnTo>
                    <a:pt x="184531" y="36703"/>
                  </a:lnTo>
                  <a:lnTo>
                    <a:pt x="186309" y="37592"/>
                  </a:lnTo>
                  <a:lnTo>
                    <a:pt x="188214" y="38481"/>
                  </a:lnTo>
                  <a:lnTo>
                    <a:pt x="189611" y="39751"/>
                  </a:lnTo>
                  <a:lnTo>
                    <a:pt x="190627" y="41656"/>
                  </a:lnTo>
                  <a:lnTo>
                    <a:pt x="191643" y="43307"/>
                  </a:lnTo>
                  <a:lnTo>
                    <a:pt x="192278" y="45593"/>
                  </a:lnTo>
                  <a:lnTo>
                    <a:pt x="192786" y="51562"/>
                  </a:lnTo>
                  <a:lnTo>
                    <a:pt x="193040" y="54864"/>
                  </a:lnTo>
                  <a:lnTo>
                    <a:pt x="193040" y="102616"/>
                  </a:lnTo>
                  <a:lnTo>
                    <a:pt x="207137" y="102616"/>
                  </a:lnTo>
                  <a:lnTo>
                    <a:pt x="207010" y="48514"/>
                  </a:lnTo>
                  <a:lnTo>
                    <a:pt x="206883" y="45720"/>
                  </a:lnTo>
                  <a:lnTo>
                    <a:pt x="210286" y="42799"/>
                  </a:lnTo>
                  <a:lnTo>
                    <a:pt x="213868" y="40386"/>
                  </a:lnTo>
                  <a:lnTo>
                    <a:pt x="216916" y="38862"/>
                  </a:lnTo>
                  <a:lnTo>
                    <a:pt x="220332" y="37211"/>
                  </a:lnTo>
                  <a:lnTo>
                    <a:pt x="220091" y="37211"/>
                  </a:lnTo>
                  <a:lnTo>
                    <a:pt x="223647" y="36322"/>
                  </a:lnTo>
                  <a:lnTo>
                    <a:pt x="229743" y="36322"/>
                  </a:lnTo>
                  <a:lnTo>
                    <a:pt x="232283" y="36703"/>
                  </a:lnTo>
                  <a:lnTo>
                    <a:pt x="234061" y="37592"/>
                  </a:lnTo>
                  <a:lnTo>
                    <a:pt x="235966" y="38481"/>
                  </a:lnTo>
                  <a:lnTo>
                    <a:pt x="237363" y="39751"/>
                  </a:lnTo>
                  <a:lnTo>
                    <a:pt x="238379" y="41656"/>
                  </a:lnTo>
                  <a:lnTo>
                    <a:pt x="239395" y="43307"/>
                  </a:lnTo>
                  <a:lnTo>
                    <a:pt x="240030" y="45593"/>
                  </a:lnTo>
                  <a:lnTo>
                    <a:pt x="240538" y="51562"/>
                  </a:lnTo>
                  <a:lnTo>
                    <a:pt x="240792" y="54864"/>
                  </a:lnTo>
                  <a:lnTo>
                    <a:pt x="240792" y="102616"/>
                  </a:lnTo>
                  <a:lnTo>
                    <a:pt x="254889" y="102616"/>
                  </a:lnTo>
                  <a:lnTo>
                    <a:pt x="254889" y="46990"/>
                  </a:lnTo>
                  <a:close/>
                </a:path>
                <a:path w="341629" h="104775">
                  <a:moveTo>
                    <a:pt x="341630" y="52578"/>
                  </a:moveTo>
                  <a:lnTo>
                    <a:pt x="340944" y="48006"/>
                  </a:lnTo>
                  <a:lnTo>
                    <a:pt x="340868" y="47498"/>
                  </a:lnTo>
                  <a:lnTo>
                    <a:pt x="339217" y="43180"/>
                  </a:lnTo>
                  <a:lnTo>
                    <a:pt x="337693" y="38989"/>
                  </a:lnTo>
                  <a:lnTo>
                    <a:pt x="335280" y="35433"/>
                  </a:lnTo>
                  <a:lnTo>
                    <a:pt x="334518" y="34671"/>
                  </a:lnTo>
                  <a:lnTo>
                    <a:pt x="332359" y="32512"/>
                  </a:lnTo>
                  <a:lnTo>
                    <a:pt x="329311" y="29591"/>
                  </a:lnTo>
                  <a:lnTo>
                    <a:pt x="327914" y="28752"/>
                  </a:lnTo>
                  <a:lnTo>
                    <a:pt x="327914" y="55918"/>
                  </a:lnTo>
                  <a:lnTo>
                    <a:pt x="283324" y="55918"/>
                  </a:lnTo>
                  <a:lnTo>
                    <a:pt x="283718" y="52578"/>
                  </a:lnTo>
                  <a:lnTo>
                    <a:pt x="284353" y="49784"/>
                  </a:lnTo>
                  <a:lnTo>
                    <a:pt x="285432" y="47498"/>
                  </a:lnTo>
                  <a:lnTo>
                    <a:pt x="286639" y="44831"/>
                  </a:lnTo>
                  <a:lnTo>
                    <a:pt x="303276" y="34671"/>
                  </a:lnTo>
                  <a:lnTo>
                    <a:pt x="310896" y="34671"/>
                  </a:lnTo>
                  <a:lnTo>
                    <a:pt x="314071" y="35179"/>
                  </a:lnTo>
                  <a:lnTo>
                    <a:pt x="316738" y="36195"/>
                  </a:lnTo>
                  <a:lnTo>
                    <a:pt x="319633" y="37211"/>
                  </a:lnTo>
                  <a:lnTo>
                    <a:pt x="319455" y="37211"/>
                  </a:lnTo>
                  <a:lnTo>
                    <a:pt x="321538" y="38735"/>
                  </a:lnTo>
                  <a:lnTo>
                    <a:pt x="324612" y="42291"/>
                  </a:lnTo>
                  <a:lnTo>
                    <a:pt x="325755" y="44323"/>
                  </a:lnTo>
                  <a:lnTo>
                    <a:pt x="327279" y="49403"/>
                  </a:lnTo>
                  <a:lnTo>
                    <a:pt x="327787" y="52578"/>
                  </a:lnTo>
                  <a:lnTo>
                    <a:pt x="327914" y="55918"/>
                  </a:lnTo>
                  <a:lnTo>
                    <a:pt x="327914" y="28752"/>
                  </a:lnTo>
                  <a:lnTo>
                    <a:pt x="325755" y="27432"/>
                  </a:lnTo>
                  <a:lnTo>
                    <a:pt x="321818" y="26035"/>
                  </a:lnTo>
                  <a:lnTo>
                    <a:pt x="317754" y="24765"/>
                  </a:lnTo>
                  <a:lnTo>
                    <a:pt x="313182" y="24003"/>
                  </a:lnTo>
                  <a:lnTo>
                    <a:pt x="307975" y="24003"/>
                  </a:lnTo>
                  <a:lnTo>
                    <a:pt x="298767" y="24765"/>
                  </a:lnTo>
                  <a:lnTo>
                    <a:pt x="299377" y="24765"/>
                  </a:lnTo>
                  <a:lnTo>
                    <a:pt x="292163" y="26771"/>
                  </a:lnTo>
                  <a:lnTo>
                    <a:pt x="268986" y="64770"/>
                  </a:lnTo>
                  <a:lnTo>
                    <a:pt x="269671" y="73748"/>
                  </a:lnTo>
                  <a:lnTo>
                    <a:pt x="301815" y="103759"/>
                  </a:lnTo>
                  <a:lnTo>
                    <a:pt x="311277" y="104394"/>
                  </a:lnTo>
                  <a:lnTo>
                    <a:pt x="316738" y="104394"/>
                  </a:lnTo>
                  <a:lnTo>
                    <a:pt x="322072" y="103505"/>
                  </a:lnTo>
                  <a:lnTo>
                    <a:pt x="324485" y="102997"/>
                  </a:lnTo>
                  <a:lnTo>
                    <a:pt x="331470" y="101092"/>
                  </a:lnTo>
                  <a:lnTo>
                    <a:pt x="336296" y="99314"/>
                  </a:lnTo>
                  <a:lnTo>
                    <a:pt x="338289" y="98615"/>
                  </a:lnTo>
                  <a:lnTo>
                    <a:pt x="340106" y="97917"/>
                  </a:lnTo>
                  <a:lnTo>
                    <a:pt x="340106" y="93218"/>
                  </a:lnTo>
                  <a:lnTo>
                    <a:pt x="340106" y="83947"/>
                  </a:lnTo>
                  <a:lnTo>
                    <a:pt x="339217" y="83947"/>
                  </a:lnTo>
                  <a:lnTo>
                    <a:pt x="338074" y="84836"/>
                  </a:lnTo>
                  <a:lnTo>
                    <a:pt x="336677" y="85725"/>
                  </a:lnTo>
                  <a:lnTo>
                    <a:pt x="314325" y="93218"/>
                  </a:lnTo>
                  <a:lnTo>
                    <a:pt x="302514" y="93218"/>
                  </a:lnTo>
                  <a:lnTo>
                    <a:pt x="295656" y="90805"/>
                  </a:lnTo>
                  <a:lnTo>
                    <a:pt x="290703" y="86106"/>
                  </a:lnTo>
                  <a:lnTo>
                    <a:pt x="285877" y="81407"/>
                  </a:lnTo>
                  <a:lnTo>
                    <a:pt x="283337" y="74676"/>
                  </a:lnTo>
                  <a:lnTo>
                    <a:pt x="283337" y="65659"/>
                  </a:lnTo>
                  <a:lnTo>
                    <a:pt x="341630" y="65659"/>
                  </a:lnTo>
                  <a:lnTo>
                    <a:pt x="341630" y="55918"/>
                  </a:lnTo>
                  <a:lnTo>
                    <a:pt x="341630" y="52578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45405" y="3518408"/>
              <a:ext cx="897509" cy="104775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13525" y="3514471"/>
              <a:ext cx="729615" cy="135508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27848" y="3318891"/>
              <a:ext cx="2988818" cy="331088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07910" y="3514471"/>
              <a:ext cx="468630" cy="108712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40325" y="3707511"/>
              <a:ext cx="5053076" cy="136017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5140325" y="3903091"/>
              <a:ext cx="541655" cy="135255"/>
            </a:xfrm>
            <a:custGeom>
              <a:avLst/>
              <a:gdLst/>
              <a:ahLst/>
              <a:cxnLst/>
              <a:rect l="l" t="t" r="r" b="b"/>
              <a:pathLst>
                <a:path w="541654" h="135254">
                  <a:moveTo>
                    <a:pt x="39750" y="27939"/>
                  </a:moveTo>
                  <a:lnTo>
                    <a:pt x="30734" y="27939"/>
                  </a:lnTo>
                  <a:lnTo>
                    <a:pt x="26162" y="28955"/>
                  </a:lnTo>
                  <a:lnTo>
                    <a:pt x="21844" y="30860"/>
                  </a:lnTo>
                  <a:lnTo>
                    <a:pt x="17525" y="32638"/>
                  </a:lnTo>
                  <a:lnTo>
                    <a:pt x="2921" y="51434"/>
                  </a:lnTo>
                  <a:lnTo>
                    <a:pt x="888" y="56387"/>
                  </a:lnTo>
                  <a:lnTo>
                    <a:pt x="0" y="62229"/>
                  </a:lnTo>
                  <a:lnTo>
                    <a:pt x="0" y="75310"/>
                  </a:lnTo>
                  <a:lnTo>
                    <a:pt x="8636" y="98424"/>
                  </a:lnTo>
                  <a:lnTo>
                    <a:pt x="11429" y="101853"/>
                  </a:lnTo>
                  <a:lnTo>
                    <a:pt x="14732" y="104393"/>
                  </a:lnTo>
                  <a:lnTo>
                    <a:pt x="18541" y="106044"/>
                  </a:lnTo>
                  <a:lnTo>
                    <a:pt x="22478" y="107822"/>
                  </a:lnTo>
                  <a:lnTo>
                    <a:pt x="26670" y="108711"/>
                  </a:lnTo>
                  <a:lnTo>
                    <a:pt x="34162" y="108711"/>
                  </a:lnTo>
                  <a:lnTo>
                    <a:pt x="36575" y="108457"/>
                  </a:lnTo>
                  <a:lnTo>
                    <a:pt x="40894" y="107441"/>
                  </a:lnTo>
                  <a:lnTo>
                    <a:pt x="43052" y="106806"/>
                  </a:lnTo>
                  <a:lnTo>
                    <a:pt x="44794" y="106044"/>
                  </a:lnTo>
                  <a:lnTo>
                    <a:pt x="47244" y="105028"/>
                  </a:lnTo>
                  <a:lnTo>
                    <a:pt x="49022" y="104012"/>
                  </a:lnTo>
                  <a:lnTo>
                    <a:pt x="50673" y="102869"/>
                  </a:lnTo>
                  <a:lnTo>
                    <a:pt x="52324" y="101853"/>
                  </a:lnTo>
                  <a:lnTo>
                    <a:pt x="54228" y="100456"/>
                  </a:lnTo>
                  <a:lnTo>
                    <a:pt x="56387" y="98805"/>
                  </a:lnTo>
                  <a:lnTo>
                    <a:pt x="70612" y="98805"/>
                  </a:lnTo>
                  <a:lnTo>
                    <a:pt x="70612" y="96392"/>
                  </a:lnTo>
                  <a:lnTo>
                    <a:pt x="27559" y="96392"/>
                  </a:lnTo>
                  <a:lnTo>
                    <a:pt x="22746" y="94106"/>
                  </a:lnTo>
                  <a:lnTo>
                    <a:pt x="22564" y="94106"/>
                  </a:lnTo>
                  <a:lnTo>
                    <a:pt x="19303" y="89280"/>
                  </a:lnTo>
                  <a:lnTo>
                    <a:pt x="16128" y="84454"/>
                  </a:lnTo>
                  <a:lnTo>
                    <a:pt x="14604" y="77596"/>
                  </a:lnTo>
                  <a:lnTo>
                    <a:pt x="14604" y="59308"/>
                  </a:lnTo>
                  <a:lnTo>
                    <a:pt x="16637" y="52069"/>
                  </a:lnTo>
                  <a:lnTo>
                    <a:pt x="20827" y="47116"/>
                  </a:lnTo>
                  <a:lnTo>
                    <a:pt x="24787" y="42290"/>
                  </a:lnTo>
                  <a:lnTo>
                    <a:pt x="24891" y="42163"/>
                  </a:lnTo>
                  <a:lnTo>
                    <a:pt x="30607" y="39750"/>
                  </a:lnTo>
                  <a:lnTo>
                    <a:pt x="70612" y="39750"/>
                  </a:lnTo>
                  <a:lnTo>
                    <a:pt x="70612" y="33146"/>
                  </a:lnTo>
                  <a:lnTo>
                    <a:pt x="56387" y="33146"/>
                  </a:lnTo>
                  <a:lnTo>
                    <a:pt x="52959" y="31368"/>
                  </a:lnTo>
                  <a:lnTo>
                    <a:pt x="49657" y="30098"/>
                  </a:lnTo>
                  <a:lnTo>
                    <a:pt x="46482" y="29209"/>
                  </a:lnTo>
                  <a:lnTo>
                    <a:pt x="43434" y="28320"/>
                  </a:lnTo>
                  <a:lnTo>
                    <a:pt x="39750" y="27939"/>
                  </a:lnTo>
                  <a:close/>
                </a:path>
                <a:path w="541654" h="135254">
                  <a:moveTo>
                    <a:pt x="70612" y="98805"/>
                  </a:moveTo>
                  <a:lnTo>
                    <a:pt x="56387" y="98805"/>
                  </a:lnTo>
                  <a:lnTo>
                    <a:pt x="56387" y="106552"/>
                  </a:lnTo>
                  <a:lnTo>
                    <a:pt x="70612" y="106552"/>
                  </a:lnTo>
                  <a:lnTo>
                    <a:pt x="70612" y="98805"/>
                  </a:lnTo>
                  <a:close/>
                </a:path>
                <a:path w="541654" h="135254">
                  <a:moveTo>
                    <a:pt x="70612" y="39750"/>
                  </a:moveTo>
                  <a:lnTo>
                    <a:pt x="41148" y="39750"/>
                  </a:lnTo>
                  <a:lnTo>
                    <a:pt x="44196" y="40004"/>
                  </a:lnTo>
                  <a:lnTo>
                    <a:pt x="49784" y="41274"/>
                  </a:lnTo>
                  <a:lnTo>
                    <a:pt x="52832" y="42290"/>
                  </a:lnTo>
                  <a:lnTo>
                    <a:pt x="56387" y="43814"/>
                  </a:lnTo>
                  <a:lnTo>
                    <a:pt x="56387" y="87883"/>
                  </a:lnTo>
                  <a:lnTo>
                    <a:pt x="38226" y="96392"/>
                  </a:lnTo>
                  <a:lnTo>
                    <a:pt x="70612" y="96392"/>
                  </a:lnTo>
                  <a:lnTo>
                    <a:pt x="70612" y="39750"/>
                  </a:lnTo>
                  <a:close/>
                </a:path>
                <a:path w="541654" h="135254">
                  <a:moveTo>
                    <a:pt x="70612" y="0"/>
                  </a:moveTo>
                  <a:lnTo>
                    <a:pt x="56387" y="0"/>
                  </a:lnTo>
                  <a:lnTo>
                    <a:pt x="56387" y="33146"/>
                  </a:lnTo>
                  <a:lnTo>
                    <a:pt x="70612" y="33146"/>
                  </a:lnTo>
                  <a:lnTo>
                    <a:pt x="70612" y="0"/>
                  </a:lnTo>
                  <a:close/>
                </a:path>
                <a:path w="541654" h="135254">
                  <a:moveTo>
                    <a:pt x="128015" y="27939"/>
                  </a:moveTo>
                  <a:lnTo>
                    <a:pt x="122809" y="27939"/>
                  </a:lnTo>
                  <a:lnTo>
                    <a:pt x="113612" y="28701"/>
                  </a:lnTo>
                  <a:lnTo>
                    <a:pt x="114216" y="28701"/>
                  </a:lnTo>
                  <a:lnTo>
                    <a:pt x="106997" y="30702"/>
                  </a:lnTo>
                  <a:lnTo>
                    <a:pt x="83820" y="68706"/>
                  </a:lnTo>
                  <a:lnTo>
                    <a:pt x="84510" y="77684"/>
                  </a:lnTo>
                  <a:lnTo>
                    <a:pt x="86523" y="85343"/>
                  </a:lnTo>
                  <a:lnTo>
                    <a:pt x="86582" y="85566"/>
                  </a:lnTo>
                  <a:lnTo>
                    <a:pt x="126111" y="108330"/>
                  </a:lnTo>
                  <a:lnTo>
                    <a:pt x="131572" y="108330"/>
                  </a:lnTo>
                  <a:lnTo>
                    <a:pt x="136905" y="107441"/>
                  </a:lnTo>
                  <a:lnTo>
                    <a:pt x="139319" y="106933"/>
                  </a:lnTo>
                  <a:lnTo>
                    <a:pt x="146303" y="105028"/>
                  </a:lnTo>
                  <a:lnTo>
                    <a:pt x="151129" y="103250"/>
                  </a:lnTo>
                  <a:lnTo>
                    <a:pt x="153131" y="102544"/>
                  </a:lnTo>
                  <a:lnTo>
                    <a:pt x="154939" y="101853"/>
                  </a:lnTo>
                  <a:lnTo>
                    <a:pt x="154939" y="97154"/>
                  </a:lnTo>
                  <a:lnTo>
                    <a:pt x="117348" y="97154"/>
                  </a:lnTo>
                  <a:lnTo>
                    <a:pt x="110489" y="94741"/>
                  </a:lnTo>
                  <a:lnTo>
                    <a:pt x="105537" y="90042"/>
                  </a:lnTo>
                  <a:lnTo>
                    <a:pt x="100711" y="85343"/>
                  </a:lnTo>
                  <a:lnTo>
                    <a:pt x="98171" y="78612"/>
                  </a:lnTo>
                  <a:lnTo>
                    <a:pt x="98171" y="69595"/>
                  </a:lnTo>
                  <a:lnTo>
                    <a:pt x="156463" y="69595"/>
                  </a:lnTo>
                  <a:lnTo>
                    <a:pt x="156463" y="59848"/>
                  </a:lnTo>
                  <a:lnTo>
                    <a:pt x="98167" y="59848"/>
                  </a:lnTo>
                  <a:lnTo>
                    <a:pt x="98551" y="56514"/>
                  </a:lnTo>
                  <a:lnTo>
                    <a:pt x="99187" y="53720"/>
                  </a:lnTo>
                  <a:lnTo>
                    <a:pt x="100269" y="51434"/>
                  </a:lnTo>
                  <a:lnTo>
                    <a:pt x="101473" y="48767"/>
                  </a:lnTo>
                  <a:lnTo>
                    <a:pt x="118110" y="38607"/>
                  </a:lnTo>
                  <a:lnTo>
                    <a:pt x="149351" y="38607"/>
                  </a:lnTo>
                  <a:lnTo>
                    <a:pt x="147192" y="36448"/>
                  </a:lnTo>
                  <a:lnTo>
                    <a:pt x="144145" y="33527"/>
                  </a:lnTo>
                  <a:lnTo>
                    <a:pt x="140588" y="31368"/>
                  </a:lnTo>
                  <a:lnTo>
                    <a:pt x="136651" y="29971"/>
                  </a:lnTo>
                  <a:lnTo>
                    <a:pt x="132587" y="28701"/>
                  </a:lnTo>
                  <a:lnTo>
                    <a:pt x="128015" y="27939"/>
                  </a:lnTo>
                  <a:close/>
                </a:path>
                <a:path w="541654" h="135254">
                  <a:moveTo>
                    <a:pt x="154939" y="87883"/>
                  </a:moveTo>
                  <a:lnTo>
                    <a:pt x="154050" y="87883"/>
                  </a:lnTo>
                  <a:lnTo>
                    <a:pt x="152908" y="88772"/>
                  </a:lnTo>
                  <a:lnTo>
                    <a:pt x="151511" y="89661"/>
                  </a:lnTo>
                  <a:lnTo>
                    <a:pt x="129159" y="97154"/>
                  </a:lnTo>
                  <a:lnTo>
                    <a:pt x="154939" y="97154"/>
                  </a:lnTo>
                  <a:lnTo>
                    <a:pt x="154939" y="87883"/>
                  </a:lnTo>
                  <a:close/>
                </a:path>
                <a:path w="541654" h="135254">
                  <a:moveTo>
                    <a:pt x="149351" y="38607"/>
                  </a:moveTo>
                  <a:lnTo>
                    <a:pt x="125729" y="38607"/>
                  </a:lnTo>
                  <a:lnTo>
                    <a:pt x="128904" y="39115"/>
                  </a:lnTo>
                  <a:lnTo>
                    <a:pt x="131572" y="40131"/>
                  </a:lnTo>
                  <a:lnTo>
                    <a:pt x="134474" y="41147"/>
                  </a:lnTo>
                  <a:lnTo>
                    <a:pt x="134291" y="41147"/>
                  </a:lnTo>
                  <a:lnTo>
                    <a:pt x="136271" y="42544"/>
                  </a:lnTo>
                  <a:lnTo>
                    <a:pt x="142749" y="59848"/>
                  </a:lnTo>
                  <a:lnTo>
                    <a:pt x="156463" y="59848"/>
                  </a:lnTo>
                  <a:lnTo>
                    <a:pt x="156444" y="56387"/>
                  </a:lnTo>
                  <a:lnTo>
                    <a:pt x="155778" y="51942"/>
                  </a:lnTo>
                  <a:lnTo>
                    <a:pt x="155653" y="51307"/>
                  </a:lnTo>
                  <a:lnTo>
                    <a:pt x="154050" y="47116"/>
                  </a:lnTo>
                  <a:lnTo>
                    <a:pt x="152526" y="42925"/>
                  </a:lnTo>
                  <a:lnTo>
                    <a:pt x="150113" y="39369"/>
                  </a:lnTo>
                  <a:lnTo>
                    <a:pt x="149351" y="38607"/>
                  </a:lnTo>
                  <a:close/>
                </a:path>
                <a:path w="541654" h="135254">
                  <a:moveTo>
                    <a:pt x="183261" y="0"/>
                  </a:moveTo>
                  <a:lnTo>
                    <a:pt x="169163" y="0"/>
                  </a:lnTo>
                  <a:lnTo>
                    <a:pt x="169163" y="106552"/>
                  </a:lnTo>
                  <a:lnTo>
                    <a:pt x="183261" y="106552"/>
                  </a:lnTo>
                  <a:lnTo>
                    <a:pt x="183261" y="0"/>
                  </a:lnTo>
                  <a:close/>
                </a:path>
                <a:path w="541654" h="135254">
                  <a:moveTo>
                    <a:pt x="216788" y="30098"/>
                  </a:moveTo>
                  <a:lnTo>
                    <a:pt x="202691" y="30098"/>
                  </a:lnTo>
                  <a:lnTo>
                    <a:pt x="202691" y="106552"/>
                  </a:lnTo>
                  <a:lnTo>
                    <a:pt x="216788" y="106552"/>
                  </a:lnTo>
                  <a:lnTo>
                    <a:pt x="216788" y="30098"/>
                  </a:lnTo>
                  <a:close/>
                </a:path>
                <a:path w="541654" h="135254">
                  <a:moveTo>
                    <a:pt x="217804" y="3936"/>
                  </a:moveTo>
                  <a:lnTo>
                    <a:pt x="201675" y="3936"/>
                  </a:lnTo>
                  <a:lnTo>
                    <a:pt x="201675" y="17271"/>
                  </a:lnTo>
                  <a:lnTo>
                    <a:pt x="217804" y="17271"/>
                  </a:lnTo>
                  <a:lnTo>
                    <a:pt x="217804" y="3936"/>
                  </a:lnTo>
                  <a:close/>
                </a:path>
                <a:path w="541654" h="135254">
                  <a:moveTo>
                    <a:pt x="241426" y="30098"/>
                  </a:moveTo>
                  <a:lnTo>
                    <a:pt x="226187" y="30098"/>
                  </a:lnTo>
                  <a:lnTo>
                    <a:pt x="257555" y="106552"/>
                  </a:lnTo>
                  <a:lnTo>
                    <a:pt x="270383" y="106552"/>
                  </a:lnTo>
                  <a:lnTo>
                    <a:pt x="277579" y="89153"/>
                  </a:lnTo>
                  <a:lnTo>
                    <a:pt x="264413" y="89153"/>
                  </a:lnTo>
                  <a:lnTo>
                    <a:pt x="241426" y="30098"/>
                  </a:lnTo>
                  <a:close/>
                </a:path>
                <a:path w="541654" h="135254">
                  <a:moveTo>
                    <a:pt x="302005" y="30098"/>
                  </a:moveTo>
                  <a:lnTo>
                    <a:pt x="287274" y="30098"/>
                  </a:lnTo>
                  <a:lnTo>
                    <a:pt x="264413" y="89153"/>
                  </a:lnTo>
                  <a:lnTo>
                    <a:pt x="277579" y="89153"/>
                  </a:lnTo>
                  <a:lnTo>
                    <a:pt x="302005" y="30098"/>
                  </a:lnTo>
                  <a:close/>
                </a:path>
                <a:path w="541654" h="135254">
                  <a:moveTo>
                    <a:pt x="348996" y="27939"/>
                  </a:moveTo>
                  <a:lnTo>
                    <a:pt x="343788" y="27939"/>
                  </a:lnTo>
                  <a:lnTo>
                    <a:pt x="334592" y="28701"/>
                  </a:lnTo>
                  <a:lnTo>
                    <a:pt x="335196" y="28701"/>
                  </a:lnTo>
                  <a:lnTo>
                    <a:pt x="327977" y="30702"/>
                  </a:lnTo>
                  <a:lnTo>
                    <a:pt x="304800" y="68706"/>
                  </a:lnTo>
                  <a:lnTo>
                    <a:pt x="305490" y="77684"/>
                  </a:lnTo>
                  <a:lnTo>
                    <a:pt x="307503" y="85343"/>
                  </a:lnTo>
                  <a:lnTo>
                    <a:pt x="307562" y="85566"/>
                  </a:lnTo>
                  <a:lnTo>
                    <a:pt x="347090" y="108330"/>
                  </a:lnTo>
                  <a:lnTo>
                    <a:pt x="352552" y="108330"/>
                  </a:lnTo>
                  <a:lnTo>
                    <a:pt x="357886" y="107441"/>
                  </a:lnTo>
                  <a:lnTo>
                    <a:pt x="360299" y="106933"/>
                  </a:lnTo>
                  <a:lnTo>
                    <a:pt x="367284" y="105028"/>
                  </a:lnTo>
                  <a:lnTo>
                    <a:pt x="372110" y="103250"/>
                  </a:lnTo>
                  <a:lnTo>
                    <a:pt x="374111" y="102544"/>
                  </a:lnTo>
                  <a:lnTo>
                    <a:pt x="375920" y="101853"/>
                  </a:lnTo>
                  <a:lnTo>
                    <a:pt x="375920" y="97154"/>
                  </a:lnTo>
                  <a:lnTo>
                    <a:pt x="338327" y="97154"/>
                  </a:lnTo>
                  <a:lnTo>
                    <a:pt x="331470" y="94741"/>
                  </a:lnTo>
                  <a:lnTo>
                    <a:pt x="326516" y="90042"/>
                  </a:lnTo>
                  <a:lnTo>
                    <a:pt x="321690" y="85343"/>
                  </a:lnTo>
                  <a:lnTo>
                    <a:pt x="319150" y="78612"/>
                  </a:lnTo>
                  <a:lnTo>
                    <a:pt x="319150" y="69595"/>
                  </a:lnTo>
                  <a:lnTo>
                    <a:pt x="377444" y="69595"/>
                  </a:lnTo>
                  <a:lnTo>
                    <a:pt x="377444" y="59848"/>
                  </a:lnTo>
                  <a:lnTo>
                    <a:pt x="319147" y="59848"/>
                  </a:lnTo>
                  <a:lnTo>
                    <a:pt x="319532" y="56514"/>
                  </a:lnTo>
                  <a:lnTo>
                    <a:pt x="320166" y="53720"/>
                  </a:lnTo>
                  <a:lnTo>
                    <a:pt x="321249" y="51434"/>
                  </a:lnTo>
                  <a:lnTo>
                    <a:pt x="322452" y="48767"/>
                  </a:lnTo>
                  <a:lnTo>
                    <a:pt x="339089" y="38607"/>
                  </a:lnTo>
                  <a:lnTo>
                    <a:pt x="370332" y="38607"/>
                  </a:lnTo>
                  <a:lnTo>
                    <a:pt x="368173" y="36448"/>
                  </a:lnTo>
                  <a:lnTo>
                    <a:pt x="365125" y="33527"/>
                  </a:lnTo>
                  <a:lnTo>
                    <a:pt x="361569" y="31368"/>
                  </a:lnTo>
                  <a:lnTo>
                    <a:pt x="357632" y="29971"/>
                  </a:lnTo>
                  <a:lnTo>
                    <a:pt x="353567" y="28701"/>
                  </a:lnTo>
                  <a:lnTo>
                    <a:pt x="348996" y="27939"/>
                  </a:lnTo>
                  <a:close/>
                </a:path>
                <a:path w="541654" h="135254">
                  <a:moveTo>
                    <a:pt x="375920" y="87883"/>
                  </a:moveTo>
                  <a:lnTo>
                    <a:pt x="375030" y="87883"/>
                  </a:lnTo>
                  <a:lnTo>
                    <a:pt x="373888" y="88772"/>
                  </a:lnTo>
                  <a:lnTo>
                    <a:pt x="372490" y="89661"/>
                  </a:lnTo>
                  <a:lnTo>
                    <a:pt x="350138" y="97154"/>
                  </a:lnTo>
                  <a:lnTo>
                    <a:pt x="375920" y="97154"/>
                  </a:lnTo>
                  <a:lnTo>
                    <a:pt x="375920" y="87883"/>
                  </a:lnTo>
                  <a:close/>
                </a:path>
                <a:path w="541654" h="135254">
                  <a:moveTo>
                    <a:pt x="370332" y="38607"/>
                  </a:moveTo>
                  <a:lnTo>
                    <a:pt x="346710" y="38607"/>
                  </a:lnTo>
                  <a:lnTo>
                    <a:pt x="349885" y="39115"/>
                  </a:lnTo>
                  <a:lnTo>
                    <a:pt x="352551" y="40131"/>
                  </a:lnTo>
                  <a:lnTo>
                    <a:pt x="355454" y="41147"/>
                  </a:lnTo>
                  <a:lnTo>
                    <a:pt x="355271" y="41147"/>
                  </a:lnTo>
                  <a:lnTo>
                    <a:pt x="357250" y="42544"/>
                  </a:lnTo>
                  <a:lnTo>
                    <a:pt x="363729" y="59848"/>
                  </a:lnTo>
                  <a:lnTo>
                    <a:pt x="377444" y="59848"/>
                  </a:lnTo>
                  <a:lnTo>
                    <a:pt x="377424" y="56387"/>
                  </a:lnTo>
                  <a:lnTo>
                    <a:pt x="376758" y="51942"/>
                  </a:lnTo>
                  <a:lnTo>
                    <a:pt x="376633" y="51307"/>
                  </a:lnTo>
                  <a:lnTo>
                    <a:pt x="375030" y="47116"/>
                  </a:lnTo>
                  <a:lnTo>
                    <a:pt x="373507" y="42925"/>
                  </a:lnTo>
                  <a:lnTo>
                    <a:pt x="371094" y="39369"/>
                  </a:lnTo>
                  <a:lnTo>
                    <a:pt x="370332" y="38607"/>
                  </a:lnTo>
                  <a:close/>
                </a:path>
                <a:path w="541654" h="135254">
                  <a:moveTo>
                    <a:pt x="450369" y="30479"/>
                  </a:moveTo>
                  <a:lnTo>
                    <a:pt x="435990" y="30479"/>
                  </a:lnTo>
                  <a:lnTo>
                    <a:pt x="436038" y="32638"/>
                  </a:lnTo>
                  <a:lnTo>
                    <a:pt x="465454" y="102869"/>
                  </a:lnTo>
                  <a:lnTo>
                    <a:pt x="450469" y="134746"/>
                  </a:lnTo>
                  <a:lnTo>
                    <a:pt x="465582" y="134746"/>
                  </a:lnTo>
                  <a:lnTo>
                    <a:pt x="486322" y="86740"/>
                  </a:lnTo>
                  <a:lnTo>
                    <a:pt x="473201" y="86740"/>
                  </a:lnTo>
                  <a:lnTo>
                    <a:pt x="450369" y="30479"/>
                  </a:lnTo>
                  <a:close/>
                </a:path>
                <a:path w="541654" h="135254">
                  <a:moveTo>
                    <a:pt x="405511" y="30479"/>
                  </a:moveTo>
                  <a:lnTo>
                    <a:pt x="391413" y="30479"/>
                  </a:lnTo>
                  <a:lnTo>
                    <a:pt x="391413" y="106552"/>
                  </a:lnTo>
                  <a:lnTo>
                    <a:pt x="405511" y="106552"/>
                  </a:lnTo>
                  <a:lnTo>
                    <a:pt x="405511" y="52323"/>
                  </a:lnTo>
                  <a:lnTo>
                    <a:pt x="408939" y="49275"/>
                  </a:lnTo>
                  <a:lnTo>
                    <a:pt x="412496" y="47116"/>
                  </a:lnTo>
                  <a:lnTo>
                    <a:pt x="416178" y="45592"/>
                  </a:lnTo>
                  <a:lnTo>
                    <a:pt x="419988" y="44068"/>
                  </a:lnTo>
                  <a:lnTo>
                    <a:pt x="423799" y="43306"/>
                  </a:lnTo>
                  <a:lnTo>
                    <a:pt x="435990" y="43306"/>
                  </a:lnTo>
                  <a:lnTo>
                    <a:pt x="435990" y="41401"/>
                  </a:lnTo>
                  <a:lnTo>
                    <a:pt x="405511" y="41401"/>
                  </a:lnTo>
                  <a:lnTo>
                    <a:pt x="405511" y="30479"/>
                  </a:lnTo>
                  <a:close/>
                </a:path>
                <a:path w="541654" h="135254">
                  <a:moveTo>
                    <a:pt x="510629" y="30479"/>
                  </a:moveTo>
                  <a:lnTo>
                    <a:pt x="495908" y="30479"/>
                  </a:lnTo>
                  <a:lnTo>
                    <a:pt x="473201" y="86740"/>
                  </a:lnTo>
                  <a:lnTo>
                    <a:pt x="486322" y="86740"/>
                  </a:lnTo>
                  <a:lnTo>
                    <a:pt x="510629" y="30479"/>
                  </a:lnTo>
                  <a:close/>
                </a:path>
                <a:path w="541654" h="135254">
                  <a:moveTo>
                    <a:pt x="435990" y="43306"/>
                  </a:moveTo>
                  <a:lnTo>
                    <a:pt x="430657" y="43306"/>
                  </a:lnTo>
                  <a:lnTo>
                    <a:pt x="431800" y="43433"/>
                  </a:lnTo>
                  <a:lnTo>
                    <a:pt x="433070" y="43433"/>
                  </a:lnTo>
                  <a:lnTo>
                    <a:pt x="434086" y="43687"/>
                  </a:lnTo>
                  <a:lnTo>
                    <a:pt x="435800" y="44068"/>
                  </a:lnTo>
                  <a:lnTo>
                    <a:pt x="435990" y="44068"/>
                  </a:lnTo>
                  <a:lnTo>
                    <a:pt x="435990" y="43306"/>
                  </a:lnTo>
                  <a:close/>
                </a:path>
                <a:path w="541654" h="135254">
                  <a:moveTo>
                    <a:pt x="435134" y="30479"/>
                  </a:moveTo>
                  <a:lnTo>
                    <a:pt x="425014" y="30479"/>
                  </a:lnTo>
                  <a:lnTo>
                    <a:pt x="422910" y="30987"/>
                  </a:lnTo>
                  <a:lnTo>
                    <a:pt x="419100" y="32638"/>
                  </a:lnTo>
                  <a:lnTo>
                    <a:pt x="415163" y="34416"/>
                  </a:lnTo>
                  <a:lnTo>
                    <a:pt x="410717" y="37337"/>
                  </a:lnTo>
                  <a:lnTo>
                    <a:pt x="405511" y="41401"/>
                  </a:lnTo>
                  <a:lnTo>
                    <a:pt x="435990" y="41401"/>
                  </a:lnTo>
                  <a:lnTo>
                    <a:pt x="435990" y="32638"/>
                  </a:lnTo>
                  <a:lnTo>
                    <a:pt x="435134" y="30479"/>
                  </a:lnTo>
                  <a:close/>
                </a:path>
                <a:path w="541654" h="135254">
                  <a:moveTo>
                    <a:pt x="435990" y="30479"/>
                  </a:moveTo>
                  <a:lnTo>
                    <a:pt x="435134" y="30479"/>
                  </a:lnTo>
                  <a:lnTo>
                    <a:pt x="436038" y="32638"/>
                  </a:lnTo>
                  <a:lnTo>
                    <a:pt x="435990" y="30479"/>
                  </a:lnTo>
                  <a:close/>
                </a:path>
                <a:path w="541654" h="135254">
                  <a:moveTo>
                    <a:pt x="541401" y="86994"/>
                  </a:moveTo>
                  <a:lnTo>
                    <a:pt x="523494" y="86994"/>
                  </a:lnTo>
                  <a:lnTo>
                    <a:pt x="523494" y="106552"/>
                  </a:lnTo>
                  <a:lnTo>
                    <a:pt x="541401" y="106552"/>
                  </a:lnTo>
                  <a:lnTo>
                    <a:pt x="541401" y="86994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 descr=""/>
          <p:cNvGrpSpPr/>
          <p:nvPr/>
        </p:nvGrpSpPr>
        <p:grpSpPr>
          <a:xfrm>
            <a:off x="4895850" y="4322445"/>
            <a:ext cx="5905500" cy="1400810"/>
            <a:chOff x="4895850" y="4322445"/>
            <a:chExt cx="5905500" cy="1400810"/>
          </a:xfrm>
        </p:grpSpPr>
        <p:sp>
          <p:nvSpPr>
            <p:cNvPr id="34" name="object 34" descr=""/>
            <p:cNvSpPr/>
            <p:nvPr/>
          </p:nvSpPr>
          <p:spPr>
            <a:xfrm>
              <a:off x="4915789" y="4322445"/>
              <a:ext cx="5885815" cy="1400810"/>
            </a:xfrm>
            <a:custGeom>
              <a:avLst/>
              <a:gdLst/>
              <a:ahLst/>
              <a:cxnLst/>
              <a:rect l="l" t="t" r="r" b="b"/>
              <a:pathLst>
                <a:path w="5885815" h="1400810">
                  <a:moveTo>
                    <a:pt x="0" y="1334744"/>
                  </a:moveTo>
                  <a:lnTo>
                    <a:pt x="32893" y="1387348"/>
                  </a:lnTo>
                  <a:lnTo>
                    <a:pt x="75311" y="1400187"/>
                  </a:lnTo>
                  <a:lnTo>
                    <a:pt x="5872480" y="1400187"/>
                  </a:lnTo>
                  <a:lnTo>
                    <a:pt x="5876797" y="1398422"/>
                  </a:lnTo>
                  <a:lnTo>
                    <a:pt x="5880735" y="1394434"/>
                  </a:lnTo>
                  <a:lnTo>
                    <a:pt x="5883783" y="1391399"/>
                  </a:lnTo>
                  <a:lnTo>
                    <a:pt x="5885561" y="1387348"/>
                  </a:lnTo>
                  <a:lnTo>
                    <a:pt x="5885561" y="1381137"/>
                  </a:lnTo>
                  <a:lnTo>
                    <a:pt x="75311" y="1381137"/>
                  </a:lnTo>
                  <a:lnTo>
                    <a:pt x="32893" y="1371511"/>
                  </a:lnTo>
                  <a:lnTo>
                    <a:pt x="1015" y="1338846"/>
                  </a:lnTo>
                  <a:lnTo>
                    <a:pt x="0" y="1334744"/>
                  </a:lnTo>
                  <a:close/>
                </a:path>
                <a:path w="5885815" h="1400810">
                  <a:moveTo>
                    <a:pt x="5885561" y="19050"/>
                  </a:moveTo>
                  <a:lnTo>
                    <a:pt x="5866511" y="19050"/>
                  </a:lnTo>
                  <a:lnTo>
                    <a:pt x="5866511" y="1381137"/>
                  </a:lnTo>
                  <a:lnTo>
                    <a:pt x="5885561" y="1381137"/>
                  </a:lnTo>
                  <a:lnTo>
                    <a:pt x="5885561" y="19050"/>
                  </a:lnTo>
                  <a:close/>
                </a:path>
                <a:path w="5885815" h="1400810">
                  <a:moveTo>
                    <a:pt x="5872480" y="0"/>
                  </a:moveTo>
                  <a:lnTo>
                    <a:pt x="75311" y="0"/>
                  </a:lnTo>
                  <a:lnTo>
                    <a:pt x="32893" y="12826"/>
                  </a:lnTo>
                  <a:lnTo>
                    <a:pt x="4952" y="46989"/>
                  </a:lnTo>
                  <a:lnTo>
                    <a:pt x="1165" y="61071"/>
                  </a:lnTo>
                  <a:lnTo>
                    <a:pt x="8762" y="47370"/>
                  </a:lnTo>
                  <a:lnTo>
                    <a:pt x="46100" y="23368"/>
                  </a:lnTo>
                  <a:lnTo>
                    <a:pt x="75311" y="19050"/>
                  </a:lnTo>
                  <a:lnTo>
                    <a:pt x="5885561" y="19050"/>
                  </a:lnTo>
                  <a:lnTo>
                    <a:pt x="5885561" y="12826"/>
                  </a:lnTo>
                  <a:lnTo>
                    <a:pt x="5883910" y="9017"/>
                  </a:lnTo>
                  <a:lnTo>
                    <a:pt x="5883783" y="8762"/>
                  </a:lnTo>
                  <a:lnTo>
                    <a:pt x="5878449" y="3556"/>
                  </a:lnTo>
                  <a:lnTo>
                    <a:pt x="5878321" y="3301"/>
                  </a:lnTo>
                  <a:lnTo>
                    <a:pt x="5876797" y="1777"/>
                  </a:lnTo>
                  <a:lnTo>
                    <a:pt x="5872480" y="0"/>
                  </a:lnTo>
                  <a:close/>
                </a:path>
              </a:pathLst>
            </a:custGeom>
            <a:solidFill>
              <a:srgbClr val="D7D3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895850" y="4322445"/>
              <a:ext cx="76200" cy="1400175"/>
            </a:xfrm>
            <a:custGeom>
              <a:avLst/>
              <a:gdLst/>
              <a:ahLst/>
              <a:cxnLst/>
              <a:rect l="l" t="t" r="r" b="b"/>
              <a:pathLst>
                <a:path w="76200" h="1400175">
                  <a:moveTo>
                    <a:pt x="76200" y="0"/>
                  </a:moveTo>
                  <a:lnTo>
                    <a:pt x="15621" y="0"/>
                  </a:lnTo>
                  <a:lnTo>
                    <a:pt x="13335" y="507"/>
                  </a:lnTo>
                  <a:lnTo>
                    <a:pt x="0" y="15620"/>
                  </a:lnTo>
                  <a:lnTo>
                    <a:pt x="0" y="1384579"/>
                  </a:lnTo>
                  <a:lnTo>
                    <a:pt x="15621" y="1400175"/>
                  </a:lnTo>
                  <a:lnTo>
                    <a:pt x="76200" y="14001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DF4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5124069" y="4469130"/>
            <a:ext cx="171259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373737"/>
                </a:solidFill>
                <a:latin typeface="Georgia"/>
                <a:cs typeface="Georgia"/>
              </a:rPr>
              <a:t>Model</a:t>
            </a:r>
            <a:r>
              <a:rPr dirty="0" sz="1450" spc="-1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450" spc="-10">
                <a:solidFill>
                  <a:srgbClr val="373737"/>
                </a:solidFill>
                <a:latin typeface="Georgia"/>
                <a:cs typeface="Georgia"/>
              </a:rPr>
              <a:t>Explainability</a:t>
            </a:r>
            <a:endParaRPr sz="1450">
              <a:latin typeface="Georgia"/>
              <a:cs typeface="Georgia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5140325" y="4815459"/>
            <a:ext cx="5434330" cy="691515"/>
            <a:chOff x="5140325" y="4815459"/>
            <a:chExt cx="5434330" cy="691515"/>
          </a:xfrm>
        </p:grpSpPr>
        <p:pic>
          <p:nvPicPr>
            <p:cNvPr id="38" name="object 3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50964" y="4815459"/>
              <a:ext cx="1630044" cy="135255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45405" y="4815967"/>
              <a:ext cx="2089912" cy="328295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894951" y="4815967"/>
              <a:ext cx="679450" cy="108712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219439" y="4815967"/>
              <a:ext cx="2064638" cy="302260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295007" y="5008880"/>
              <a:ext cx="866394" cy="135381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146167" y="5204053"/>
              <a:ext cx="5286629" cy="136042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140325" y="5397474"/>
              <a:ext cx="741045" cy="109334"/>
            </a:xfrm>
            <a:prstGeom prst="rect">
              <a:avLst/>
            </a:prstGeom>
          </p:spPr>
        </p:pic>
      </p:grp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300220">
              <a:lnSpc>
                <a:spcPct val="100000"/>
              </a:lnSpc>
              <a:spcBef>
                <a:spcPts val="100"/>
              </a:spcBef>
            </a:pPr>
            <a:r>
              <a:rPr dirty="0"/>
              <a:t>Identified</a:t>
            </a:r>
            <a:r>
              <a:rPr dirty="0" spc="-75"/>
              <a:t> </a:t>
            </a:r>
            <a:r>
              <a:rPr dirty="0"/>
              <a:t>Research</a:t>
            </a:r>
            <a:r>
              <a:rPr dirty="0" spc="-75"/>
              <a:t> </a:t>
            </a:r>
            <a:r>
              <a:rPr dirty="0" spc="-20"/>
              <a:t>Gaps</a:t>
            </a:r>
          </a:p>
        </p:txBody>
      </p:sp>
      <p:pic>
        <p:nvPicPr>
          <p:cNvPr id="46" name="object 46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0" y="9523"/>
            <a:ext cx="4285868" cy="64287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614545" y="1455293"/>
            <a:ext cx="1073150" cy="1073150"/>
            <a:chOff x="4614545" y="1455293"/>
            <a:chExt cx="1073150" cy="1073150"/>
          </a:xfrm>
        </p:grpSpPr>
        <p:sp>
          <p:nvSpPr>
            <p:cNvPr id="3" name="object 3" descr=""/>
            <p:cNvSpPr/>
            <p:nvPr/>
          </p:nvSpPr>
          <p:spPr>
            <a:xfrm>
              <a:off x="4614545" y="1455293"/>
              <a:ext cx="1073150" cy="1073150"/>
            </a:xfrm>
            <a:custGeom>
              <a:avLst/>
              <a:gdLst/>
              <a:ahLst/>
              <a:cxnLst/>
              <a:rect l="l" t="t" r="r" b="b"/>
              <a:pathLst>
                <a:path w="1073150" h="1073150">
                  <a:moveTo>
                    <a:pt x="510285" y="0"/>
                  </a:moveTo>
                  <a:lnTo>
                    <a:pt x="451865" y="6095"/>
                  </a:lnTo>
                  <a:lnTo>
                    <a:pt x="394462" y="18668"/>
                  </a:lnTo>
                  <a:lnTo>
                    <a:pt x="338708" y="37337"/>
                  </a:lnTo>
                  <a:lnTo>
                    <a:pt x="285368" y="62102"/>
                  </a:lnTo>
                  <a:lnTo>
                    <a:pt x="235203" y="92582"/>
                  </a:lnTo>
                  <a:lnTo>
                    <a:pt x="188467" y="128269"/>
                  </a:lnTo>
                  <a:lnTo>
                    <a:pt x="141731" y="173481"/>
                  </a:lnTo>
                  <a:lnTo>
                    <a:pt x="104393" y="218693"/>
                  </a:lnTo>
                  <a:lnTo>
                    <a:pt x="72135" y="267842"/>
                  </a:lnTo>
                  <a:lnTo>
                    <a:pt x="45338" y="320166"/>
                  </a:lnTo>
                  <a:lnTo>
                    <a:pt x="24637" y="375157"/>
                  </a:lnTo>
                  <a:lnTo>
                    <a:pt x="10032" y="432053"/>
                  </a:lnTo>
                  <a:lnTo>
                    <a:pt x="1777" y="490219"/>
                  </a:lnTo>
                  <a:lnTo>
                    <a:pt x="0" y="549020"/>
                  </a:lnTo>
                  <a:lnTo>
                    <a:pt x="4699" y="607567"/>
                  </a:lnTo>
                  <a:lnTo>
                    <a:pt x="15747" y="665226"/>
                  </a:lnTo>
                  <a:lnTo>
                    <a:pt x="33019" y="721360"/>
                  </a:lnTo>
                  <a:lnTo>
                    <a:pt x="56514" y="775335"/>
                  </a:lnTo>
                  <a:lnTo>
                    <a:pt x="85725" y="826388"/>
                  </a:lnTo>
                  <a:lnTo>
                    <a:pt x="120268" y="873760"/>
                  </a:lnTo>
                  <a:lnTo>
                    <a:pt x="159892" y="917193"/>
                  </a:lnTo>
                  <a:lnTo>
                    <a:pt x="204088" y="955928"/>
                  </a:lnTo>
                  <a:lnTo>
                    <a:pt x="252221" y="989711"/>
                  </a:lnTo>
                  <a:lnTo>
                    <a:pt x="303783" y="1017904"/>
                  </a:lnTo>
                  <a:lnTo>
                    <a:pt x="358013" y="1040256"/>
                  </a:lnTo>
                  <a:lnTo>
                    <a:pt x="414527" y="1056513"/>
                  </a:lnTo>
                  <a:lnTo>
                    <a:pt x="472439" y="1066418"/>
                  </a:lnTo>
                  <a:lnTo>
                    <a:pt x="531113" y="1069975"/>
                  </a:lnTo>
                  <a:lnTo>
                    <a:pt x="1073150" y="1072768"/>
                  </a:lnTo>
                  <a:lnTo>
                    <a:pt x="1070355" y="530605"/>
                  </a:lnTo>
                  <a:lnTo>
                    <a:pt x="1068831" y="491489"/>
                  </a:lnTo>
                  <a:lnTo>
                    <a:pt x="1060957" y="433197"/>
                  </a:lnTo>
                  <a:lnTo>
                    <a:pt x="1046733" y="376300"/>
                  </a:lnTo>
                  <a:lnTo>
                    <a:pt x="1026413" y="321182"/>
                  </a:lnTo>
                  <a:lnTo>
                    <a:pt x="1000125" y="268604"/>
                  </a:lnTo>
                  <a:lnTo>
                    <a:pt x="968247" y="219201"/>
                  </a:lnTo>
                  <a:lnTo>
                    <a:pt x="931163" y="173736"/>
                  </a:lnTo>
                  <a:lnTo>
                    <a:pt x="889253" y="132461"/>
                  </a:lnTo>
                  <a:lnTo>
                    <a:pt x="843026" y="96138"/>
                  </a:lnTo>
                  <a:lnTo>
                    <a:pt x="793114" y="65150"/>
                  </a:lnTo>
                  <a:lnTo>
                    <a:pt x="740155" y="39750"/>
                  </a:lnTo>
                  <a:lnTo>
                    <a:pt x="684656" y="20447"/>
                  </a:lnTo>
                  <a:lnTo>
                    <a:pt x="627379" y="7238"/>
                  </a:lnTo>
                  <a:lnTo>
                    <a:pt x="568959" y="380"/>
                  </a:lnTo>
                  <a:lnTo>
                    <a:pt x="510285" y="0"/>
                  </a:lnTo>
                  <a:close/>
                </a:path>
              </a:pathLst>
            </a:custGeom>
            <a:solidFill>
              <a:srgbClr val="F0E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4168" y="1982127"/>
              <a:ext cx="155232" cy="180047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5744209" y="1454658"/>
            <a:ext cx="1073150" cy="1073785"/>
            <a:chOff x="5744209" y="1454658"/>
            <a:chExt cx="1073150" cy="1073785"/>
          </a:xfrm>
        </p:grpSpPr>
        <p:sp>
          <p:nvSpPr>
            <p:cNvPr id="6" name="object 6" descr=""/>
            <p:cNvSpPr/>
            <p:nvPr/>
          </p:nvSpPr>
          <p:spPr>
            <a:xfrm>
              <a:off x="5744209" y="1454658"/>
              <a:ext cx="1073150" cy="1073785"/>
            </a:xfrm>
            <a:custGeom>
              <a:avLst/>
              <a:gdLst/>
              <a:ahLst/>
              <a:cxnLst/>
              <a:rect l="l" t="t" r="r" b="b"/>
              <a:pathLst>
                <a:path w="1073150" h="1073785">
                  <a:moveTo>
                    <a:pt x="523748" y="0"/>
                  </a:moveTo>
                  <a:lnTo>
                    <a:pt x="465200" y="4699"/>
                  </a:lnTo>
                  <a:lnTo>
                    <a:pt x="407415" y="15748"/>
                  </a:lnTo>
                  <a:lnTo>
                    <a:pt x="351281" y="33147"/>
                  </a:lnTo>
                  <a:lnTo>
                    <a:pt x="297434" y="56514"/>
                  </a:lnTo>
                  <a:lnTo>
                    <a:pt x="246379" y="85725"/>
                  </a:lnTo>
                  <a:lnTo>
                    <a:pt x="198881" y="120268"/>
                  </a:lnTo>
                  <a:lnTo>
                    <a:pt x="155575" y="159892"/>
                  </a:lnTo>
                  <a:lnTo>
                    <a:pt x="116712" y="204088"/>
                  </a:lnTo>
                  <a:lnTo>
                    <a:pt x="83057" y="252222"/>
                  </a:lnTo>
                  <a:lnTo>
                    <a:pt x="54863" y="303784"/>
                  </a:lnTo>
                  <a:lnTo>
                    <a:pt x="32512" y="358139"/>
                  </a:lnTo>
                  <a:lnTo>
                    <a:pt x="16255" y="414527"/>
                  </a:lnTo>
                  <a:lnTo>
                    <a:pt x="6223" y="472566"/>
                  </a:lnTo>
                  <a:lnTo>
                    <a:pt x="2793" y="531113"/>
                  </a:lnTo>
                  <a:lnTo>
                    <a:pt x="0" y="1073277"/>
                  </a:lnTo>
                  <a:lnTo>
                    <a:pt x="542036" y="1070483"/>
                  </a:lnTo>
                  <a:lnTo>
                    <a:pt x="581278" y="1068832"/>
                  </a:lnTo>
                  <a:lnTo>
                    <a:pt x="639444" y="1060958"/>
                  </a:lnTo>
                  <a:lnTo>
                    <a:pt x="696467" y="1046861"/>
                  </a:lnTo>
                  <a:lnTo>
                    <a:pt x="751586" y="1026540"/>
                  </a:lnTo>
                  <a:lnTo>
                    <a:pt x="804163" y="1000125"/>
                  </a:lnTo>
                  <a:lnTo>
                    <a:pt x="853566" y="968248"/>
                  </a:lnTo>
                  <a:lnTo>
                    <a:pt x="899033" y="931163"/>
                  </a:lnTo>
                  <a:lnTo>
                    <a:pt x="940181" y="889253"/>
                  </a:lnTo>
                  <a:lnTo>
                    <a:pt x="976503" y="843026"/>
                  </a:lnTo>
                  <a:lnTo>
                    <a:pt x="1007617" y="793114"/>
                  </a:lnTo>
                  <a:lnTo>
                    <a:pt x="1033017" y="740155"/>
                  </a:lnTo>
                  <a:lnTo>
                    <a:pt x="1052321" y="684657"/>
                  </a:lnTo>
                  <a:lnTo>
                    <a:pt x="1065530" y="627379"/>
                  </a:lnTo>
                  <a:lnTo>
                    <a:pt x="1072388" y="569087"/>
                  </a:lnTo>
                  <a:lnTo>
                    <a:pt x="1072641" y="510286"/>
                  </a:lnTo>
                  <a:lnTo>
                    <a:pt x="1066545" y="451865"/>
                  </a:lnTo>
                  <a:lnTo>
                    <a:pt x="1054099" y="394462"/>
                  </a:lnTo>
                  <a:lnTo>
                    <a:pt x="1035304" y="338709"/>
                  </a:lnTo>
                  <a:lnTo>
                    <a:pt x="1010665" y="285496"/>
                  </a:lnTo>
                  <a:lnTo>
                    <a:pt x="980186" y="235203"/>
                  </a:lnTo>
                  <a:lnTo>
                    <a:pt x="944371" y="188595"/>
                  </a:lnTo>
                  <a:lnTo>
                    <a:pt x="899287" y="141859"/>
                  </a:lnTo>
                  <a:lnTo>
                    <a:pt x="853947" y="104393"/>
                  </a:lnTo>
                  <a:lnTo>
                    <a:pt x="804925" y="72136"/>
                  </a:lnTo>
                  <a:lnTo>
                    <a:pt x="752475" y="45465"/>
                  </a:lnTo>
                  <a:lnTo>
                    <a:pt x="697484" y="24637"/>
                  </a:lnTo>
                  <a:lnTo>
                    <a:pt x="640588" y="10160"/>
                  </a:lnTo>
                  <a:lnTo>
                    <a:pt x="582422" y="1904"/>
                  </a:lnTo>
                  <a:lnTo>
                    <a:pt x="523748" y="0"/>
                  </a:lnTo>
                  <a:close/>
                </a:path>
              </a:pathLst>
            </a:custGeom>
            <a:solidFill>
              <a:srgbClr val="F0E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4033" y="1998637"/>
              <a:ext cx="175425" cy="153758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5744209" y="2584323"/>
            <a:ext cx="1073150" cy="1073150"/>
            <a:chOff x="5744209" y="2584323"/>
            <a:chExt cx="1073150" cy="1073150"/>
          </a:xfrm>
        </p:grpSpPr>
        <p:sp>
          <p:nvSpPr>
            <p:cNvPr id="9" name="object 9" descr=""/>
            <p:cNvSpPr/>
            <p:nvPr/>
          </p:nvSpPr>
          <p:spPr>
            <a:xfrm>
              <a:off x="5744209" y="2584323"/>
              <a:ext cx="1073150" cy="1073150"/>
            </a:xfrm>
            <a:custGeom>
              <a:avLst/>
              <a:gdLst/>
              <a:ahLst/>
              <a:cxnLst/>
              <a:rect l="l" t="t" r="r" b="b"/>
              <a:pathLst>
                <a:path w="1073150" h="1073150">
                  <a:moveTo>
                    <a:pt x="0" y="0"/>
                  </a:moveTo>
                  <a:lnTo>
                    <a:pt x="2793" y="542163"/>
                  </a:lnTo>
                  <a:lnTo>
                    <a:pt x="4444" y="581278"/>
                  </a:lnTo>
                  <a:lnTo>
                    <a:pt x="12191" y="639572"/>
                  </a:lnTo>
                  <a:lnTo>
                    <a:pt x="26415" y="696595"/>
                  </a:lnTo>
                  <a:lnTo>
                    <a:pt x="46736" y="751713"/>
                  </a:lnTo>
                  <a:lnTo>
                    <a:pt x="73025" y="804164"/>
                  </a:lnTo>
                  <a:lnTo>
                    <a:pt x="104901" y="853567"/>
                  </a:lnTo>
                  <a:lnTo>
                    <a:pt x="142112" y="899160"/>
                  </a:lnTo>
                  <a:lnTo>
                    <a:pt x="184023" y="940308"/>
                  </a:lnTo>
                  <a:lnTo>
                    <a:pt x="230124" y="976630"/>
                  </a:lnTo>
                  <a:lnTo>
                    <a:pt x="280035" y="1007618"/>
                  </a:lnTo>
                  <a:lnTo>
                    <a:pt x="332993" y="1033018"/>
                  </a:lnTo>
                  <a:lnTo>
                    <a:pt x="388492" y="1052449"/>
                  </a:lnTo>
                  <a:lnTo>
                    <a:pt x="445769" y="1065530"/>
                  </a:lnTo>
                  <a:lnTo>
                    <a:pt x="504189" y="1072388"/>
                  </a:lnTo>
                  <a:lnTo>
                    <a:pt x="562863" y="1072769"/>
                  </a:lnTo>
                  <a:lnTo>
                    <a:pt x="621284" y="1066673"/>
                  </a:lnTo>
                  <a:lnTo>
                    <a:pt x="678814" y="1054100"/>
                  </a:lnTo>
                  <a:lnTo>
                    <a:pt x="734440" y="1035431"/>
                  </a:lnTo>
                  <a:lnTo>
                    <a:pt x="787781" y="1010666"/>
                  </a:lnTo>
                  <a:lnTo>
                    <a:pt x="838072" y="980313"/>
                  </a:lnTo>
                  <a:lnTo>
                    <a:pt x="884682" y="944499"/>
                  </a:lnTo>
                  <a:lnTo>
                    <a:pt x="931417" y="899287"/>
                  </a:lnTo>
                  <a:lnTo>
                    <a:pt x="968883" y="854075"/>
                  </a:lnTo>
                  <a:lnTo>
                    <a:pt x="1001140" y="804926"/>
                  </a:lnTo>
                  <a:lnTo>
                    <a:pt x="1027811" y="752602"/>
                  </a:lnTo>
                  <a:lnTo>
                    <a:pt x="1048512" y="697611"/>
                  </a:lnTo>
                  <a:lnTo>
                    <a:pt x="1063116" y="640715"/>
                  </a:lnTo>
                  <a:lnTo>
                    <a:pt x="1071371" y="582549"/>
                  </a:lnTo>
                  <a:lnTo>
                    <a:pt x="1073149" y="523748"/>
                  </a:lnTo>
                  <a:lnTo>
                    <a:pt x="1068450" y="465200"/>
                  </a:lnTo>
                  <a:lnTo>
                    <a:pt x="1057401" y="407543"/>
                  </a:lnTo>
                  <a:lnTo>
                    <a:pt x="1040130" y="351409"/>
                  </a:lnTo>
                  <a:lnTo>
                    <a:pt x="1016635" y="297434"/>
                  </a:lnTo>
                  <a:lnTo>
                    <a:pt x="987551" y="246507"/>
                  </a:lnTo>
                  <a:lnTo>
                    <a:pt x="952881" y="199009"/>
                  </a:lnTo>
                  <a:lnTo>
                    <a:pt x="913257" y="155575"/>
                  </a:lnTo>
                  <a:lnTo>
                    <a:pt x="869188" y="116839"/>
                  </a:lnTo>
                  <a:lnTo>
                    <a:pt x="820928" y="83058"/>
                  </a:lnTo>
                  <a:lnTo>
                    <a:pt x="769492" y="54863"/>
                  </a:lnTo>
                  <a:lnTo>
                    <a:pt x="715137" y="32512"/>
                  </a:lnTo>
                  <a:lnTo>
                    <a:pt x="658622" y="16256"/>
                  </a:lnTo>
                  <a:lnTo>
                    <a:pt x="600710" y="6350"/>
                  </a:lnTo>
                  <a:lnTo>
                    <a:pt x="542036" y="27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8478" y="2953232"/>
              <a:ext cx="169456" cy="180111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4615179" y="2584323"/>
            <a:ext cx="1073150" cy="1073785"/>
            <a:chOff x="4615179" y="2584323"/>
            <a:chExt cx="1073150" cy="1073785"/>
          </a:xfrm>
        </p:grpSpPr>
        <p:sp>
          <p:nvSpPr>
            <p:cNvPr id="12" name="object 12" descr=""/>
            <p:cNvSpPr/>
            <p:nvPr/>
          </p:nvSpPr>
          <p:spPr>
            <a:xfrm>
              <a:off x="4615179" y="2584323"/>
              <a:ext cx="1073150" cy="1073785"/>
            </a:xfrm>
            <a:custGeom>
              <a:avLst/>
              <a:gdLst/>
              <a:ahLst/>
              <a:cxnLst/>
              <a:rect l="l" t="t" r="r" b="b"/>
              <a:pathLst>
                <a:path w="1073150" h="1073785">
                  <a:moveTo>
                    <a:pt x="1072642" y="0"/>
                  </a:moveTo>
                  <a:lnTo>
                    <a:pt x="530606" y="2794"/>
                  </a:lnTo>
                  <a:lnTo>
                    <a:pt x="491490" y="4445"/>
                  </a:lnTo>
                  <a:lnTo>
                    <a:pt x="433197" y="12319"/>
                  </a:lnTo>
                  <a:lnTo>
                    <a:pt x="376174" y="26415"/>
                  </a:lnTo>
                  <a:lnTo>
                    <a:pt x="321056" y="46736"/>
                  </a:lnTo>
                  <a:lnTo>
                    <a:pt x="268478" y="73151"/>
                  </a:lnTo>
                  <a:lnTo>
                    <a:pt x="219202" y="105028"/>
                  </a:lnTo>
                  <a:lnTo>
                    <a:pt x="173609" y="142112"/>
                  </a:lnTo>
                  <a:lnTo>
                    <a:pt x="132461" y="184023"/>
                  </a:lnTo>
                  <a:lnTo>
                    <a:pt x="96139" y="230250"/>
                  </a:lnTo>
                  <a:lnTo>
                    <a:pt x="65024" y="280162"/>
                  </a:lnTo>
                  <a:lnTo>
                    <a:pt x="39750" y="333121"/>
                  </a:lnTo>
                  <a:lnTo>
                    <a:pt x="20320" y="388620"/>
                  </a:lnTo>
                  <a:lnTo>
                    <a:pt x="7112" y="445897"/>
                  </a:lnTo>
                  <a:lnTo>
                    <a:pt x="381" y="504189"/>
                  </a:lnTo>
                  <a:lnTo>
                    <a:pt x="0" y="562990"/>
                  </a:lnTo>
                  <a:lnTo>
                    <a:pt x="6096" y="621411"/>
                  </a:lnTo>
                  <a:lnTo>
                    <a:pt x="18542" y="678815"/>
                  </a:lnTo>
                  <a:lnTo>
                    <a:pt x="37337" y="734568"/>
                  </a:lnTo>
                  <a:lnTo>
                    <a:pt x="62103" y="787781"/>
                  </a:lnTo>
                  <a:lnTo>
                    <a:pt x="92456" y="838073"/>
                  </a:lnTo>
                  <a:lnTo>
                    <a:pt x="128270" y="884682"/>
                  </a:lnTo>
                  <a:lnTo>
                    <a:pt x="173482" y="931418"/>
                  </a:lnTo>
                  <a:lnTo>
                    <a:pt x="218694" y="968883"/>
                  </a:lnTo>
                  <a:lnTo>
                    <a:pt x="267843" y="1001141"/>
                  </a:lnTo>
                  <a:lnTo>
                    <a:pt x="320167" y="1027811"/>
                  </a:lnTo>
                  <a:lnTo>
                    <a:pt x="375158" y="1048639"/>
                  </a:lnTo>
                  <a:lnTo>
                    <a:pt x="432054" y="1063117"/>
                  </a:lnTo>
                  <a:lnTo>
                    <a:pt x="490220" y="1071372"/>
                  </a:lnTo>
                  <a:lnTo>
                    <a:pt x="548894" y="1073277"/>
                  </a:lnTo>
                  <a:lnTo>
                    <a:pt x="607568" y="1068578"/>
                  </a:lnTo>
                  <a:lnTo>
                    <a:pt x="665226" y="1057529"/>
                  </a:lnTo>
                  <a:lnTo>
                    <a:pt x="721360" y="1040130"/>
                  </a:lnTo>
                  <a:lnTo>
                    <a:pt x="775335" y="1016762"/>
                  </a:lnTo>
                  <a:lnTo>
                    <a:pt x="826262" y="987552"/>
                  </a:lnTo>
                  <a:lnTo>
                    <a:pt x="873760" y="953008"/>
                  </a:lnTo>
                  <a:lnTo>
                    <a:pt x="917194" y="913384"/>
                  </a:lnTo>
                  <a:lnTo>
                    <a:pt x="955929" y="869188"/>
                  </a:lnTo>
                  <a:lnTo>
                    <a:pt x="989584" y="821055"/>
                  </a:lnTo>
                  <a:lnTo>
                    <a:pt x="1017778" y="769493"/>
                  </a:lnTo>
                  <a:lnTo>
                    <a:pt x="1040130" y="715137"/>
                  </a:lnTo>
                  <a:lnTo>
                    <a:pt x="1056386" y="658749"/>
                  </a:lnTo>
                  <a:lnTo>
                    <a:pt x="1066419" y="600710"/>
                  </a:lnTo>
                  <a:lnTo>
                    <a:pt x="1069975" y="542163"/>
                  </a:lnTo>
                  <a:lnTo>
                    <a:pt x="1072642" y="0"/>
                  </a:lnTo>
                  <a:close/>
                </a:path>
              </a:pathLst>
            </a:custGeom>
            <a:solidFill>
              <a:srgbClr val="F0E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67756" y="2953334"/>
              <a:ext cx="128206" cy="180136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16712" y="719074"/>
            <a:ext cx="4468495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85" b="1">
                <a:latin typeface="Times New Roman"/>
                <a:cs typeface="Times New Roman"/>
              </a:rPr>
              <a:t>Healthcare</a:t>
            </a:r>
            <a:r>
              <a:rPr dirty="0" sz="2200" spc="320" b="1">
                <a:latin typeface="Times New Roman"/>
                <a:cs typeface="Times New Roman"/>
              </a:rPr>
              <a:t> </a:t>
            </a:r>
            <a:r>
              <a:rPr dirty="0" sz="2200" spc="85" b="1">
                <a:latin typeface="Times New Roman"/>
                <a:cs typeface="Times New Roman"/>
              </a:rPr>
              <a:t>Prediction</a:t>
            </a:r>
            <a:r>
              <a:rPr dirty="0" sz="2200" spc="315" b="1">
                <a:latin typeface="Times New Roman"/>
                <a:cs typeface="Times New Roman"/>
              </a:rPr>
              <a:t> </a:t>
            </a:r>
            <a:r>
              <a:rPr dirty="0" sz="2200" spc="70" b="1">
                <a:latin typeface="Times New Roman"/>
                <a:cs typeface="Times New Roman"/>
              </a:rPr>
              <a:t>Challenges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357373" y="1705102"/>
            <a:ext cx="20205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solidFill>
                  <a:srgbClr val="373737"/>
                </a:solidFill>
                <a:latin typeface="Georgia"/>
                <a:cs typeface="Georgia"/>
              </a:rPr>
              <a:t>Fragmented</a:t>
            </a:r>
            <a:r>
              <a:rPr dirty="0" sz="1400" spc="-3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400" spc="-10">
                <a:solidFill>
                  <a:srgbClr val="373737"/>
                </a:solidFill>
                <a:latin typeface="Georgia"/>
                <a:cs typeface="Georgia"/>
              </a:rPr>
              <a:t>Data</a:t>
            </a:r>
            <a:r>
              <a:rPr dirty="0" sz="1400" spc="-1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400" spc="-10">
                <a:solidFill>
                  <a:srgbClr val="373737"/>
                </a:solidFill>
                <a:latin typeface="Georgia"/>
                <a:cs typeface="Georgia"/>
              </a:rPr>
              <a:t>Sources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038213" y="1705102"/>
            <a:ext cx="198373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373737"/>
                </a:solidFill>
                <a:latin typeface="Georgia"/>
                <a:cs typeface="Georgia"/>
              </a:rPr>
              <a:t>Limited</a:t>
            </a:r>
            <a:r>
              <a:rPr dirty="0" sz="1400" spc="-6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400" spc="-10">
                <a:solidFill>
                  <a:srgbClr val="373737"/>
                </a:solidFill>
                <a:latin typeface="Georgia"/>
                <a:cs typeface="Georgia"/>
              </a:rPr>
              <a:t>Accuracy</a:t>
            </a:r>
            <a:r>
              <a:rPr dirty="0" sz="1400" spc="-30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400" spc="-10">
                <a:solidFill>
                  <a:srgbClr val="373737"/>
                </a:solidFill>
                <a:latin typeface="Georgia"/>
                <a:cs typeface="Georgia"/>
              </a:rPr>
              <a:t>Models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831594" y="3144393"/>
            <a:ext cx="25336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solidFill>
                  <a:srgbClr val="373737"/>
                </a:solidFill>
                <a:latin typeface="Georgia"/>
                <a:cs typeface="Georgia"/>
              </a:rPr>
              <a:t>Actionable,</a:t>
            </a:r>
            <a:r>
              <a:rPr dirty="0" sz="1400" spc="-30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400" spc="-10">
                <a:solidFill>
                  <a:srgbClr val="373737"/>
                </a:solidFill>
                <a:latin typeface="Georgia"/>
                <a:cs typeface="Georgia"/>
              </a:rPr>
              <a:t>Explainable</a:t>
            </a:r>
            <a:r>
              <a:rPr dirty="0" sz="1400" spc="5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400" spc="-10">
                <a:solidFill>
                  <a:srgbClr val="373737"/>
                </a:solidFill>
                <a:latin typeface="Georgia"/>
                <a:cs typeface="Georgia"/>
              </a:rPr>
              <a:t>Insights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038213" y="3144393"/>
            <a:ext cx="23012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373737"/>
                </a:solidFill>
                <a:latin typeface="Georgia"/>
                <a:cs typeface="Georgia"/>
              </a:rPr>
              <a:t>Real-time,</a:t>
            </a:r>
            <a:r>
              <a:rPr dirty="0" sz="1400" spc="-40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400" spc="-10">
                <a:solidFill>
                  <a:srgbClr val="373737"/>
                </a:solidFill>
                <a:latin typeface="Georgia"/>
                <a:cs typeface="Georgia"/>
              </a:rPr>
              <a:t>Integrated</a:t>
            </a:r>
            <a:r>
              <a:rPr dirty="0" sz="1400" spc="-20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400" spc="-10">
                <a:solidFill>
                  <a:srgbClr val="373737"/>
                </a:solidFill>
                <a:latin typeface="Georgia"/>
                <a:cs typeface="Georgia"/>
              </a:rPr>
              <a:t>System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16712" y="3888776"/>
            <a:ext cx="9839325" cy="2030095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Visual</a:t>
            </a:r>
            <a:r>
              <a:rPr dirty="0" sz="10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representation</a:t>
            </a:r>
            <a:r>
              <a:rPr dirty="0" sz="10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of</a:t>
            </a:r>
            <a:r>
              <a:rPr dirty="0" sz="1050" spc="1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the</a:t>
            </a:r>
            <a:r>
              <a:rPr dirty="0" sz="1050" spc="1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gap</a:t>
            </a:r>
            <a:r>
              <a:rPr dirty="0" sz="10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between</a:t>
            </a:r>
            <a:r>
              <a:rPr dirty="0" sz="1050" spc="1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existing</a:t>
            </a:r>
            <a:r>
              <a:rPr dirty="0" sz="10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systems</a:t>
            </a:r>
            <a:r>
              <a:rPr dirty="0" sz="1050" spc="1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0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required</a:t>
            </a:r>
            <a:r>
              <a:rPr dirty="0" sz="1050" spc="1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healthcare</a:t>
            </a:r>
            <a:r>
              <a:rPr dirty="0" sz="1050" spc="1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prediction</a:t>
            </a:r>
            <a:r>
              <a:rPr dirty="0" sz="10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373737"/>
                </a:solidFill>
                <a:latin typeface="Tahoma"/>
                <a:cs typeface="Tahoma"/>
              </a:rPr>
              <a:t>capabilities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650" spc="85" b="1">
                <a:latin typeface="Times New Roman"/>
                <a:cs typeface="Times New Roman"/>
              </a:rPr>
              <a:t>The</a:t>
            </a:r>
            <a:r>
              <a:rPr dirty="0" sz="1650" spc="65" b="1">
                <a:latin typeface="Times New Roman"/>
                <a:cs typeface="Times New Roman"/>
              </a:rPr>
              <a:t> </a:t>
            </a:r>
            <a:r>
              <a:rPr dirty="0" sz="1650" spc="90" b="1">
                <a:latin typeface="Times New Roman"/>
                <a:cs typeface="Times New Roman"/>
              </a:rPr>
              <a:t>Challenge</a:t>
            </a:r>
            <a:endParaRPr sz="1650">
              <a:latin typeface="Times New Roman"/>
              <a:cs typeface="Times New Roman"/>
            </a:endParaRPr>
          </a:p>
          <a:p>
            <a:pPr marL="12700" marR="16510">
              <a:lnSpc>
                <a:spcPct val="112400"/>
              </a:lnSpc>
              <a:spcBef>
                <a:spcPts val="965"/>
              </a:spcBef>
            </a:pP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Despite</a:t>
            </a:r>
            <a:r>
              <a:rPr dirty="0" sz="1050" spc="1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advancements</a:t>
            </a:r>
            <a:r>
              <a:rPr dirty="0" sz="1050" spc="1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in</a:t>
            </a:r>
            <a:r>
              <a:rPr dirty="0" sz="1050" spc="1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healthcare</a:t>
            </a:r>
            <a:r>
              <a:rPr dirty="0" sz="1050" spc="1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technology,</a:t>
            </a:r>
            <a:r>
              <a:rPr dirty="0" sz="1050" spc="1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accurately</a:t>
            </a:r>
            <a:r>
              <a:rPr dirty="0" sz="1050" spc="1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predicting</a:t>
            </a:r>
            <a:r>
              <a:rPr dirty="0" sz="1050" spc="1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patient</a:t>
            </a:r>
            <a:r>
              <a:rPr dirty="0" sz="1050" spc="18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health</a:t>
            </a:r>
            <a:r>
              <a:rPr dirty="0" sz="1050" spc="1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risks</a:t>
            </a:r>
            <a:r>
              <a:rPr dirty="0" sz="1050" spc="1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remains</a:t>
            </a:r>
            <a:r>
              <a:rPr dirty="0" sz="10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challenging</a:t>
            </a:r>
            <a:r>
              <a:rPr dirty="0" sz="1050" spc="18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due</a:t>
            </a:r>
            <a:r>
              <a:rPr dirty="0" sz="1050" spc="1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dirty="0" sz="1050" spc="1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the</a:t>
            </a:r>
            <a:r>
              <a:rPr dirty="0" sz="10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complexity</a:t>
            </a:r>
            <a:r>
              <a:rPr dirty="0" sz="1050" spc="1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050" spc="1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variability</a:t>
            </a:r>
            <a:r>
              <a:rPr dirty="0" sz="1050" spc="1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373737"/>
                </a:solidFill>
                <a:latin typeface="Tahoma"/>
                <a:cs typeface="Tahoma"/>
              </a:rPr>
              <a:t>of</a:t>
            </a:r>
            <a:r>
              <a:rPr dirty="0" sz="1050" spc="1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373737"/>
                </a:solidFill>
                <a:latin typeface="Tahoma"/>
                <a:cs typeface="Tahoma"/>
              </a:rPr>
              <a:t>medical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data.</a:t>
            </a:r>
            <a:r>
              <a:rPr dirty="0" sz="1050" spc="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Existing</a:t>
            </a:r>
            <a:r>
              <a:rPr dirty="0" sz="1050" spc="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models</a:t>
            </a:r>
            <a:r>
              <a:rPr dirty="0" sz="1050" spc="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often</a:t>
            </a:r>
            <a:r>
              <a:rPr dirty="0" sz="1050" spc="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fail</a:t>
            </a:r>
            <a:r>
              <a:rPr dirty="0" sz="1050" spc="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dirty="0" sz="1050" spc="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integrate</a:t>
            </a:r>
            <a:r>
              <a:rPr dirty="0" sz="1050" spc="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diverse</a:t>
            </a:r>
            <a:r>
              <a:rPr dirty="0" sz="1050" spc="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health</a:t>
            </a:r>
            <a:r>
              <a:rPr dirty="0" sz="1050" spc="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metrics,</a:t>
            </a:r>
            <a:r>
              <a:rPr dirty="0" sz="1050" spc="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real-time</a:t>
            </a:r>
            <a:r>
              <a:rPr dirty="0" sz="1050" spc="3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data,</a:t>
            </a:r>
            <a:r>
              <a:rPr dirty="0" sz="1050" spc="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050" spc="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personalised</a:t>
            </a:r>
            <a:r>
              <a:rPr dirty="0" sz="1050" spc="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373737"/>
                </a:solidFill>
                <a:latin typeface="Tahoma"/>
                <a:cs typeface="Tahoma"/>
              </a:rPr>
              <a:t>factors.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650" spc="85" b="1">
                <a:latin typeface="Times New Roman"/>
                <a:cs typeface="Times New Roman"/>
              </a:rPr>
              <a:t>The</a:t>
            </a:r>
            <a:r>
              <a:rPr dirty="0" sz="1650" spc="75" b="1">
                <a:latin typeface="Times New Roman"/>
                <a:cs typeface="Times New Roman"/>
              </a:rPr>
              <a:t> </a:t>
            </a:r>
            <a:r>
              <a:rPr dirty="0" sz="1650" spc="85" b="1">
                <a:latin typeface="Times New Roman"/>
                <a:cs typeface="Times New Roman"/>
              </a:rPr>
              <a:t>Need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ct val="107600"/>
              </a:lnSpc>
              <a:spcBef>
                <a:spcPts val="1080"/>
              </a:spcBef>
            </a:pP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Urgent</a:t>
            </a:r>
            <a:r>
              <a:rPr dirty="0" sz="1050" spc="8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requirement</a:t>
            </a:r>
            <a:r>
              <a:rPr dirty="0" sz="1050" spc="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for</a:t>
            </a:r>
            <a:r>
              <a:rPr dirty="0" sz="1050" spc="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a</a:t>
            </a:r>
            <a:r>
              <a:rPr dirty="0" sz="1050" spc="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comprehensive</a:t>
            </a:r>
            <a:r>
              <a:rPr dirty="0" sz="1050" spc="10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healthcare</a:t>
            </a:r>
            <a:r>
              <a:rPr dirty="0" sz="1050" spc="8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classification</a:t>
            </a:r>
            <a:r>
              <a:rPr dirty="0" sz="1050" spc="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system</a:t>
            </a:r>
            <a:r>
              <a:rPr dirty="0" sz="1050" spc="8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leveraging</a:t>
            </a:r>
            <a:r>
              <a:rPr dirty="0" sz="1050" spc="8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advanced</a:t>
            </a:r>
            <a:r>
              <a:rPr dirty="0" sz="1050" spc="10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ML</a:t>
            </a:r>
            <a:r>
              <a:rPr dirty="0" sz="1050" spc="8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techniques</a:t>
            </a:r>
            <a:r>
              <a:rPr dirty="0" sz="1050" spc="9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dirty="0" sz="1050" spc="8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provide</a:t>
            </a:r>
            <a:r>
              <a:rPr dirty="0" sz="1050" spc="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real-time</a:t>
            </a:r>
            <a:r>
              <a:rPr dirty="0" sz="1050" spc="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predictions</a:t>
            </a:r>
            <a:r>
              <a:rPr dirty="0" sz="1050" spc="8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2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050" spc="9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373737"/>
                </a:solidFill>
                <a:latin typeface="Tahoma"/>
                <a:cs typeface="Tahoma"/>
              </a:rPr>
              <a:t>actionable insights.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28650" y="495300"/>
            <a:ext cx="1257300" cy="228600"/>
          </a:xfrm>
          <a:prstGeom prst="rect">
            <a:avLst/>
          </a:prstGeom>
          <a:solidFill>
            <a:srgbClr val="FFDECC"/>
          </a:solidFill>
        </p:spPr>
        <p:txBody>
          <a:bodyPr wrap="square" lIns="0" tIns="26034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204"/>
              </a:spcBef>
            </a:pPr>
            <a:r>
              <a:rPr dirty="0" sz="850">
                <a:solidFill>
                  <a:srgbClr val="373737"/>
                </a:solidFill>
                <a:latin typeface="Tahoma"/>
                <a:cs typeface="Tahoma"/>
              </a:rPr>
              <a:t>PROBLEM</a:t>
            </a:r>
            <a:r>
              <a:rPr dirty="0" sz="850" spc="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373737"/>
                </a:solidFill>
                <a:latin typeface="Tahoma"/>
                <a:cs typeface="Tahoma"/>
              </a:rPr>
              <a:t>STATEMENT</a:t>
            </a:r>
            <a:endParaRPr sz="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505065" y="2446021"/>
            <a:ext cx="3324225" cy="19050"/>
          </a:xfrm>
          <a:custGeom>
            <a:avLst/>
            <a:gdLst/>
            <a:ahLst/>
            <a:cxnLst/>
            <a:rect l="l" t="t" r="r" b="b"/>
            <a:pathLst>
              <a:path w="3324225" h="19050">
                <a:moveTo>
                  <a:pt x="3324225" y="0"/>
                </a:moveTo>
                <a:lnTo>
                  <a:pt x="0" y="0"/>
                </a:lnTo>
                <a:lnTo>
                  <a:pt x="0" y="19048"/>
                </a:lnTo>
                <a:lnTo>
                  <a:pt x="3324225" y="19048"/>
                </a:lnTo>
                <a:lnTo>
                  <a:pt x="3324225" y="0"/>
                </a:lnTo>
                <a:close/>
              </a:path>
            </a:pathLst>
          </a:custGeom>
          <a:solidFill>
            <a:srgbClr val="DF4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781040" y="4359911"/>
            <a:ext cx="5048250" cy="19050"/>
          </a:xfrm>
          <a:custGeom>
            <a:avLst/>
            <a:gdLst/>
            <a:ahLst/>
            <a:cxnLst/>
            <a:rect l="l" t="t" r="r" b="b"/>
            <a:pathLst>
              <a:path w="5048250" h="19050">
                <a:moveTo>
                  <a:pt x="5048250" y="0"/>
                </a:moveTo>
                <a:lnTo>
                  <a:pt x="0" y="0"/>
                </a:lnTo>
                <a:lnTo>
                  <a:pt x="0" y="19048"/>
                </a:lnTo>
                <a:lnTo>
                  <a:pt x="5048250" y="19048"/>
                </a:lnTo>
                <a:lnTo>
                  <a:pt x="5048250" y="0"/>
                </a:lnTo>
                <a:close/>
              </a:path>
            </a:pathLst>
          </a:custGeom>
          <a:solidFill>
            <a:srgbClr val="DF4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90804" y="1008634"/>
            <a:ext cx="3415665" cy="5359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350"/>
              <a:t>Project</a:t>
            </a:r>
            <a:r>
              <a:rPr dirty="0" sz="3350" spc="40"/>
              <a:t> </a:t>
            </a:r>
            <a:r>
              <a:rPr dirty="0" sz="3350" spc="-10"/>
              <a:t>Objectives</a:t>
            </a:r>
            <a:endParaRPr sz="3350"/>
          </a:p>
        </p:txBody>
      </p:sp>
      <p:sp>
        <p:nvSpPr>
          <p:cNvPr id="5" name="object 5" descr=""/>
          <p:cNvSpPr txBox="1"/>
          <p:nvPr/>
        </p:nvSpPr>
        <p:spPr>
          <a:xfrm>
            <a:off x="584708" y="1818259"/>
            <a:ext cx="9987915" cy="577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95"/>
              </a:spcBef>
            </a:pP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Our</a:t>
            </a:r>
            <a:r>
              <a:rPr dirty="0" sz="1250" spc="3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comprehensive </a:t>
            </a: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approach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dirty="0" sz="1250" spc="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developing</a:t>
            </a: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373737"/>
                </a:solidFill>
                <a:latin typeface="Tahoma"/>
                <a:cs typeface="Tahoma"/>
              </a:rPr>
              <a:t>an</a:t>
            </a:r>
            <a:r>
              <a:rPr dirty="0" sz="1250" spc="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373737"/>
                </a:solidFill>
                <a:latin typeface="Tahoma"/>
                <a:cs typeface="Tahoma"/>
              </a:rPr>
              <a:t>effective</a:t>
            </a:r>
            <a:r>
              <a:rPr dirty="0" sz="1250" spc="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healthcare</a:t>
            </a:r>
            <a:r>
              <a:rPr dirty="0" sz="1250" spc="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373737"/>
                </a:solidFill>
                <a:latin typeface="Tahoma"/>
                <a:cs typeface="Tahoma"/>
              </a:rPr>
              <a:t>risk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prediction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system</a:t>
            </a:r>
            <a:r>
              <a:rPr dirty="0" sz="1250" spc="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encompasses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multiple </a:t>
            </a:r>
            <a:r>
              <a:rPr dirty="0" sz="1250" spc="10">
                <a:solidFill>
                  <a:srgbClr val="373737"/>
                </a:solidFill>
                <a:latin typeface="Tahoma"/>
                <a:cs typeface="Tahoma"/>
              </a:rPr>
              <a:t>critical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373737"/>
                </a:solidFill>
                <a:latin typeface="Tahoma"/>
                <a:cs typeface="Tahoma"/>
              </a:rPr>
              <a:t>dimensions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  <a:tabLst>
                <a:tab pos="3463290" algn="l"/>
                <a:tab pos="6914515" algn="l"/>
              </a:tabLst>
            </a:pPr>
            <a:r>
              <a:rPr dirty="0" sz="1250" spc="-25">
                <a:solidFill>
                  <a:srgbClr val="373737"/>
                </a:solidFill>
                <a:latin typeface="Georgia"/>
                <a:cs typeface="Georgia"/>
              </a:rPr>
              <a:t>01</a:t>
            </a:r>
            <a:r>
              <a:rPr dirty="0" sz="1250">
                <a:solidFill>
                  <a:srgbClr val="373737"/>
                </a:solidFill>
                <a:latin typeface="Georgia"/>
                <a:cs typeface="Georgia"/>
              </a:rPr>
              <a:t>	</a:t>
            </a:r>
            <a:r>
              <a:rPr dirty="0" sz="1250" spc="-25">
                <a:solidFill>
                  <a:srgbClr val="373737"/>
                </a:solidFill>
                <a:latin typeface="Georgia"/>
                <a:cs typeface="Georgia"/>
              </a:rPr>
              <a:t>02</a:t>
            </a:r>
            <a:r>
              <a:rPr dirty="0" sz="1250">
                <a:solidFill>
                  <a:srgbClr val="373737"/>
                </a:solidFill>
                <a:latin typeface="Georgia"/>
                <a:cs typeface="Georgia"/>
              </a:rPr>
              <a:t>	</a:t>
            </a:r>
            <a:r>
              <a:rPr dirty="0" sz="1250" spc="-25">
                <a:solidFill>
                  <a:srgbClr val="373737"/>
                </a:solidFill>
                <a:latin typeface="Georgia"/>
                <a:cs typeface="Georgia"/>
              </a:rPr>
              <a:t>03</a:t>
            </a:r>
            <a:endParaRPr sz="1250">
              <a:latin typeface="Georgia"/>
              <a:cs typeface="Georg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0804" y="2410638"/>
            <a:ext cx="3139440" cy="1424940"/>
          </a:xfrm>
          <a:prstGeom prst="rect">
            <a:avLst/>
          </a:prstGeom>
        </p:spPr>
        <p:txBody>
          <a:bodyPr wrap="square" lIns="0" tIns="153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1700" spc="-30">
                <a:solidFill>
                  <a:srgbClr val="373737"/>
                </a:solidFill>
                <a:latin typeface="Georgia"/>
                <a:cs typeface="Georgia"/>
              </a:rPr>
              <a:t>Robust</a:t>
            </a:r>
            <a:r>
              <a:rPr dirty="0" sz="1700" spc="-80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700" spc="-10">
                <a:solidFill>
                  <a:srgbClr val="373737"/>
                </a:solidFill>
                <a:latin typeface="Georgia"/>
                <a:cs typeface="Georgia"/>
              </a:rPr>
              <a:t>ML</a:t>
            </a:r>
            <a:r>
              <a:rPr dirty="0" sz="1700" spc="-7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700" spc="-30">
                <a:solidFill>
                  <a:srgbClr val="373737"/>
                </a:solidFill>
                <a:latin typeface="Georgia"/>
                <a:cs typeface="Georgia"/>
              </a:rPr>
              <a:t>Model</a:t>
            </a:r>
            <a:r>
              <a:rPr dirty="0" sz="1700" spc="-6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700" spc="-10">
                <a:solidFill>
                  <a:srgbClr val="373737"/>
                </a:solidFill>
                <a:latin typeface="Georgia"/>
                <a:cs typeface="Georgia"/>
              </a:rPr>
              <a:t>Development</a:t>
            </a:r>
            <a:endParaRPr sz="1700">
              <a:latin typeface="Georgia"/>
              <a:cs typeface="Georgia"/>
            </a:endParaRPr>
          </a:p>
          <a:p>
            <a:pPr marL="12700" marR="5080">
              <a:lnSpc>
                <a:spcPct val="123500"/>
              </a:lnSpc>
              <a:spcBef>
                <a:spcPts val="459"/>
              </a:spcBef>
            </a:pP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Develop</a:t>
            </a:r>
            <a:r>
              <a:rPr dirty="0" sz="1250" spc="1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a</a:t>
            </a:r>
            <a:r>
              <a:rPr dirty="0" sz="1250" spc="1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robust</a:t>
            </a:r>
            <a:r>
              <a:rPr dirty="0" sz="1250" spc="13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machine</a:t>
            </a:r>
            <a:r>
              <a:rPr dirty="0" sz="1250" spc="1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learning</a:t>
            </a:r>
            <a:r>
              <a:rPr dirty="0" sz="12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30">
                <a:solidFill>
                  <a:srgbClr val="373737"/>
                </a:solidFill>
                <a:latin typeface="Tahoma"/>
                <a:cs typeface="Tahoma"/>
              </a:rPr>
              <a:t>model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dirty="0" sz="125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classify</a:t>
            </a:r>
            <a:r>
              <a:rPr dirty="0" sz="12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patient</a:t>
            </a:r>
            <a:r>
              <a:rPr dirty="0" sz="12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health</a:t>
            </a:r>
            <a:r>
              <a:rPr dirty="0" sz="1250" spc="1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risks</a:t>
            </a:r>
            <a:r>
              <a:rPr dirty="0" sz="12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using</a:t>
            </a:r>
            <a:r>
              <a:rPr dirty="0" sz="1250" spc="1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">
                <a:solidFill>
                  <a:srgbClr val="373737"/>
                </a:solidFill>
                <a:latin typeface="Tahoma"/>
                <a:cs typeface="Tahoma"/>
              </a:rPr>
              <a:t>a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diverse</a:t>
            </a: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healthcare</a:t>
            </a:r>
            <a:r>
              <a:rPr dirty="0" sz="1250" spc="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dataset</a:t>
            </a: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with</a:t>
            </a:r>
            <a:r>
              <a:rPr dirty="0" sz="1250" spc="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30">
                <a:solidFill>
                  <a:srgbClr val="373737"/>
                </a:solidFill>
                <a:latin typeface="Tahoma"/>
                <a:cs typeface="Tahoma"/>
              </a:rPr>
              <a:t>high </a:t>
            </a:r>
            <a:r>
              <a:rPr dirty="0" sz="1250" spc="-10">
                <a:solidFill>
                  <a:srgbClr val="373737"/>
                </a:solidFill>
                <a:latin typeface="Tahoma"/>
                <a:cs typeface="Tahoma"/>
              </a:rPr>
              <a:t>accuracy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41775" y="2410638"/>
            <a:ext cx="3268345" cy="1424940"/>
          </a:xfrm>
          <a:prstGeom prst="rect">
            <a:avLst/>
          </a:prstGeom>
        </p:spPr>
        <p:txBody>
          <a:bodyPr wrap="square" lIns="0" tIns="153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1700" spc="-30">
                <a:solidFill>
                  <a:srgbClr val="373737"/>
                </a:solidFill>
                <a:latin typeface="Georgia"/>
                <a:cs typeface="Georgia"/>
              </a:rPr>
              <a:t>Enhanced</a:t>
            </a:r>
            <a:r>
              <a:rPr dirty="0" sz="1700" spc="-2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700" spc="-10">
                <a:solidFill>
                  <a:srgbClr val="373737"/>
                </a:solidFill>
                <a:latin typeface="Georgia"/>
                <a:cs typeface="Georgia"/>
              </a:rPr>
              <a:t>Transparency</a:t>
            </a:r>
            <a:endParaRPr sz="1700">
              <a:latin typeface="Georgia"/>
              <a:cs typeface="Georgia"/>
            </a:endParaRPr>
          </a:p>
          <a:p>
            <a:pPr marL="12700" marR="5080">
              <a:lnSpc>
                <a:spcPct val="123500"/>
              </a:lnSpc>
              <a:spcBef>
                <a:spcPts val="459"/>
              </a:spcBef>
            </a:pP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Enhance</a:t>
            </a:r>
            <a:r>
              <a:rPr dirty="0" sz="1250" spc="8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model</a:t>
            </a:r>
            <a:r>
              <a:rPr dirty="0" sz="1250" spc="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transparency</a:t>
            </a:r>
            <a:r>
              <a:rPr dirty="0" sz="1250" spc="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35">
                <a:solidFill>
                  <a:srgbClr val="373737"/>
                </a:solidFill>
                <a:latin typeface="Tahoma"/>
                <a:cs typeface="Tahoma"/>
              </a:rPr>
              <a:t>and </a:t>
            </a:r>
            <a:r>
              <a:rPr dirty="0" sz="1250" spc="20">
                <a:solidFill>
                  <a:srgbClr val="373737"/>
                </a:solidFill>
                <a:latin typeface="Tahoma"/>
                <a:cs typeface="Tahoma"/>
              </a:rPr>
              <a:t>interpretability</a:t>
            </a:r>
            <a:r>
              <a:rPr dirty="0" sz="1250" spc="1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dirty="0" sz="1250" spc="1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ensure</a:t>
            </a:r>
            <a:r>
              <a:rPr dirty="0" sz="1250" spc="18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40">
                <a:solidFill>
                  <a:srgbClr val="373737"/>
                </a:solidFill>
                <a:latin typeface="Tahoma"/>
                <a:cs typeface="Tahoma"/>
              </a:rPr>
              <a:t>healthcare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professionals</a:t>
            </a:r>
            <a:r>
              <a:rPr dirty="0" sz="1250" spc="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373737"/>
                </a:solidFill>
                <a:latin typeface="Tahoma"/>
                <a:cs typeface="Tahoma"/>
              </a:rPr>
              <a:t>can</a:t>
            </a:r>
            <a:r>
              <a:rPr dirty="0" sz="1250" spc="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understand</a:t>
            </a:r>
            <a:r>
              <a:rPr dirty="0" sz="1250" spc="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250" spc="1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trust</a:t>
            </a:r>
            <a:r>
              <a:rPr dirty="0" sz="1250" spc="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373737"/>
                </a:solidFill>
                <a:latin typeface="Tahoma"/>
                <a:cs typeface="Tahoma"/>
              </a:rPr>
              <a:t>the </a:t>
            </a:r>
            <a:r>
              <a:rPr dirty="0" sz="1250" spc="-10">
                <a:solidFill>
                  <a:srgbClr val="373737"/>
                </a:solidFill>
                <a:latin typeface="Tahoma"/>
                <a:cs typeface="Tahoma"/>
              </a:rPr>
              <a:t>predictions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492745" y="2410638"/>
            <a:ext cx="3224530" cy="1184275"/>
          </a:xfrm>
          <a:prstGeom prst="rect">
            <a:avLst/>
          </a:prstGeom>
        </p:spPr>
        <p:txBody>
          <a:bodyPr wrap="square" lIns="0" tIns="153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1700" spc="-20">
                <a:solidFill>
                  <a:srgbClr val="373737"/>
                </a:solidFill>
                <a:latin typeface="Georgia"/>
                <a:cs typeface="Georgia"/>
              </a:rPr>
              <a:t>Comprehensive</a:t>
            </a:r>
            <a:r>
              <a:rPr dirty="0" sz="1700" spc="-6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700">
                <a:solidFill>
                  <a:srgbClr val="373737"/>
                </a:solidFill>
                <a:latin typeface="Georgia"/>
                <a:cs typeface="Georgia"/>
              </a:rPr>
              <a:t>Data</a:t>
            </a:r>
            <a:r>
              <a:rPr dirty="0" sz="1700" spc="-40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700" spc="-10">
                <a:solidFill>
                  <a:srgbClr val="373737"/>
                </a:solidFill>
                <a:latin typeface="Georgia"/>
                <a:cs typeface="Georgia"/>
              </a:rPr>
              <a:t>Utilisation</a:t>
            </a:r>
            <a:endParaRPr sz="1700">
              <a:latin typeface="Georgia"/>
              <a:cs typeface="Georgia"/>
            </a:endParaRPr>
          </a:p>
          <a:p>
            <a:pPr marL="12700" marR="5080">
              <a:lnSpc>
                <a:spcPct val="122100"/>
              </a:lnSpc>
              <a:spcBef>
                <a:spcPts val="480"/>
              </a:spcBef>
            </a:pP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Utilise</a:t>
            </a: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 a</a:t>
            </a:r>
            <a:r>
              <a:rPr dirty="0" sz="1250" spc="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variety</a:t>
            </a:r>
            <a:r>
              <a:rPr dirty="0" sz="1250" spc="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of</a:t>
            </a:r>
            <a:r>
              <a:rPr dirty="0" sz="1250" spc="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healthcare</a:t>
            </a:r>
            <a:r>
              <a:rPr dirty="0" sz="1250" spc="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data</a:t>
            </a:r>
            <a:r>
              <a:rPr dirty="0" sz="1250" spc="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35">
                <a:solidFill>
                  <a:srgbClr val="373737"/>
                </a:solidFill>
                <a:latin typeface="Tahoma"/>
                <a:cs typeface="Tahoma"/>
              </a:rPr>
              <a:t>sources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for</a:t>
            </a:r>
            <a:r>
              <a:rPr dirty="0" sz="1250" spc="229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comprehensive</a:t>
            </a:r>
            <a:r>
              <a:rPr dirty="0" sz="1250" spc="229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analysis,</a:t>
            </a:r>
            <a:r>
              <a:rPr dirty="0" sz="1250" spc="21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40">
                <a:solidFill>
                  <a:srgbClr val="373737"/>
                </a:solidFill>
                <a:latin typeface="Tahoma"/>
                <a:cs typeface="Tahoma"/>
              </a:rPr>
              <a:t>ensuring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holistic</a:t>
            </a:r>
            <a:r>
              <a:rPr dirty="0" sz="1250" spc="28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risk</a:t>
            </a:r>
            <a:r>
              <a:rPr dirty="0" sz="1250" spc="30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assessment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84708" y="4084701"/>
            <a:ext cx="20701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25">
                <a:solidFill>
                  <a:srgbClr val="373737"/>
                </a:solidFill>
                <a:latin typeface="Georgia"/>
                <a:cs typeface="Georgia"/>
              </a:rPr>
              <a:t>04</a:t>
            </a:r>
            <a:endParaRPr sz="1250">
              <a:latin typeface="Georgia"/>
              <a:cs typeface="Georg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0804" y="4303787"/>
            <a:ext cx="4859655" cy="96774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1700" spc="-10">
                <a:solidFill>
                  <a:srgbClr val="373737"/>
                </a:solidFill>
                <a:latin typeface="Georgia"/>
                <a:cs typeface="Georgia"/>
              </a:rPr>
              <a:t>Scalable</a:t>
            </a:r>
            <a:r>
              <a:rPr dirty="0" sz="1700" spc="-8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700" spc="-10">
                <a:solidFill>
                  <a:srgbClr val="373737"/>
                </a:solidFill>
                <a:latin typeface="Georgia"/>
                <a:cs typeface="Georgia"/>
              </a:rPr>
              <a:t>Architecture</a:t>
            </a:r>
            <a:endParaRPr sz="1700">
              <a:latin typeface="Georgia"/>
              <a:cs typeface="Georgia"/>
            </a:endParaRPr>
          </a:p>
          <a:p>
            <a:pPr marL="12700" marR="5080">
              <a:lnSpc>
                <a:spcPct val="119200"/>
              </a:lnSpc>
              <a:spcBef>
                <a:spcPts val="590"/>
              </a:spcBef>
            </a:pP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Ensure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the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classification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 system</a:t>
            </a:r>
            <a:r>
              <a:rPr dirty="0" sz="1250" spc="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is</a:t>
            </a:r>
            <a:r>
              <a:rPr dirty="0" sz="1250" spc="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scalable </a:t>
            </a:r>
            <a:r>
              <a:rPr dirty="0" sz="1250" spc="6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flexible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 to</a:t>
            </a:r>
            <a:r>
              <a:rPr dirty="0" sz="1250" spc="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adapt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dirty="0" sz="1250" spc="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various</a:t>
            </a:r>
            <a:r>
              <a:rPr dirty="0" sz="1250" spc="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healthcare</a:t>
            </a:r>
            <a:r>
              <a:rPr dirty="0" sz="1250" spc="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settings</a:t>
            </a:r>
            <a:r>
              <a:rPr dirty="0" sz="1250" spc="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250" spc="7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patient</a:t>
            </a:r>
            <a:r>
              <a:rPr dirty="0" sz="1250" spc="6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populations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761101" y="4084701"/>
            <a:ext cx="20066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25">
                <a:solidFill>
                  <a:srgbClr val="373737"/>
                </a:solidFill>
                <a:latin typeface="Georgia"/>
                <a:cs typeface="Georgia"/>
              </a:rPr>
              <a:t>05</a:t>
            </a:r>
            <a:endParaRPr sz="1250">
              <a:latin typeface="Georgia"/>
              <a:cs typeface="Georg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767196" y="4302264"/>
            <a:ext cx="4742180" cy="96774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1700" spc="-30">
                <a:solidFill>
                  <a:srgbClr val="373737"/>
                </a:solidFill>
                <a:latin typeface="Georgia"/>
                <a:cs typeface="Georgia"/>
              </a:rPr>
              <a:t>Rigorous</a:t>
            </a:r>
            <a:r>
              <a:rPr dirty="0" sz="1700" spc="-2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700" spc="-10">
                <a:solidFill>
                  <a:srgbClr val="373737"/>
                </a:solidFill>
                <a:latin typeface="Georgia"/>
                <a:cs typeface="Georgia"/>
              </a:rPr>
              <a:t>Validation</a:t>
            </a:r>
            <a:endParaRPr sz="1700">
              <a:latin typeface="Georgia"/>
              <a:cs typeface="Georgia"/>
            </a:endParaRPr>
          </a:p>
          <a:p>
            <a:pPr marL="12700" marR="5080">
              <a:lnSpc>
                <a:spcPct val="119200"/>
              </a:lnSpc>
              <a:spcBef>
                <a:spcPts val="590"/>
              </a:spcBef>
            </a:pPr>
            <a:r>
              <a:rPr dirty="0" sz="1250" spc="20">
                <a:solidFill>
                  <a:srgbClr val="373737"/>
                </a:solidFill>
                <a:latin typeface="Tahoma"/>
                <a:cs typeface="Tahoma"/>
              </a:rPr>
              <a:t>Validate</a:t>
            </a:r>
            <a:r>
              <a:rPr dirty="0" sz="1250" spc="1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373737"/>
                </a:solidFill>
                <a:latin typeface="Tahoma"/>
                <a:cs typeface="Tahoma"/>
              </a:rPr>
              <a:t>the</a:t>
            </a:r>
            <a:r>
              <a:rPr dirty="0" sz="1250" spc="1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373737"/>
                </a:solidFill>
                <a:latin typeface="Tahoma"/>
                <a:cs typeface="Tahoma"/>
              </a:rPr>
              <a:t>model's</a:t>
            </a:r>
            <a:r>
              <a:rPr dirty="0" sz="1250" spc="1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373737"/>
                </a:solidFill>
                <a:latin typeface="Tahoma"/>
                <a:cs typeface="Tahoma"/>
              </a:rPr>
              <a:t>performance</a:t>
            </a:r>
            <a:r>
              <a:rPr dirty="0" sz="1250" spc="114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through</a:t>
            </a:r>
            <a:r>
              <a:rPr dirty="0" sz="1250" spc="1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373737"/>
                </a:solidFill>
                <a:latin typeface="Tahoma"/>
                <a:cs typeface="Tahoma"/>
              </a:rPr>
              <a:t>thorough</a:t>
            </a:r>
            <a:r>
              <a:rPr dirty="0" sz="1250" spc="1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373737"/>
                </a:solidFill>
                <a:latin typeface="Tahoma"/>
                <a:cs typeface="Tahoma"/>
              </a:rPr>
              <a:t>evaluation </a:t>
            </a:r>
            <a:r>
              <a:rPr dirty="0" sz="1250" spc="45">
                <a:solidFill>
                  <a:srgbClr val="373737"/>
                </a:solidFill>
                <a:latin typeface="Tahoma"/>
                <a:cs typeface="Tahoma"/>
              </a:rPr>
              <a:t>metrics</a:t>
            </a:r>
            <a:r>
              <a:rPr dirty="0" sz="1250" spc="1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250" spc="1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real-world</a:t>
            </a:r>
            <a:r>
              <a:rPr dirty="0" sz="1250" spc="1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testing</a:t>
            </a:r>
            <a:r>
              <a:rPr dirty="0" sz="1250" spc="1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dirty="0" sz="1250" spc="1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373737"/>
                </a:solidFill>
                <a:latin typeface="Tahoma"/>
                <a:cs typeface="Tahoma"/>
              </a:rPr>
              <a:t>ensure</a:t>
            </a:r>
            <a:r>
              <a:rPr dirty="0" sz="125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73737"/>
                </a:solidFill>
                <a:latin typeface="Tahoma"/>
                <a:cs typeface="Tahoma"/>
              </a:rPr>
              <a:t>clinical</a:t>
            </a:r>
            <a:r>
              <a:rPr dirty="0" sz="1250" spc="1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373737"/>
                </a:solidFill>
                <a:latin typeface="Tahoma"/>
                <a:cs typeface="Tahoma"/>
              </a:rPr>
              <a:t>reliability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599440" y="2445894"/>
            <a:ext cx="3324225" cy="19050"/>
          </a:xfrm>
          <a:custGeom>
            <a:avLst/>
            <a:gdLst/>
            <a:ahLst/>
            <a:cxnLst/>
            <a:rect l="l" t="t" r="r" b="b"/>
            <a:pathLst>
              <a:path w="3324225" h="19050">
                <a:moveTo>
                  <a:pt x="3324225" y="0"/>
                </a:moveTo>
                <a:lnTo>
                  <a:pt x="0" y="0"/>
                </a:lnTo>
                <a:lnTo>
                  <a:pt x="0" y="19048"/>
                </a:lnTo>
                <a:lnTo>
                  <a:pt x="3324225" y="19048"/>
                </a:lnTo>
                <a:lnTo>
                  <a:pt x="3324225" y="0"/>
                </a:lnTo>
                <a:close/>
              </a:path>
            </a:pathLst>
          </a:custGeom>
          <a:solidFill>
            <a:srgbClr val="DF4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4057015" y="2446656"/>
            <a:ext cx="3314700" cy="19050"/>
          </a:xfrm>
          <a:custGeom>
            <a:avLst/>
            <a:gdLst/>
            <a:ahLst/>
            <a:cxnLst/>
            <a:rect l="l" t="t" r="r" b="b"/>
            <a:pathLst>
              <a:path w="3314700" h="19050">
                <a:moveTo>
                  <a:pt x="3314700" y="0"/>
                </a:moveTo>
                <a:lnTo>
                  <a:pt x="0" y="0"/>
                </a:lnTo>
                <a:lnTo>
                  <a:pt x="0" y="19048"/>
                </a:lnTo>
                <a:lnTo>
                  <a:pt x="3314700" y="19048"/>
                </a:lnTo>
                <a:lnTo>
                  <a:pt x="3314700" y="0"/>
                </a:lnTo>
                <a:close/>
              </a:path>
            </a:pathLst>
          </a:custGeom>
          <a:solidFill>
            <a:srgbClr val="DF4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99440" y="4360165"/>
            <a:ext cx="5048250" cy="19050"/>
          </a:xfrm>
          <a:custGeom>
            <a:avLst/>
            <a:gdLst/>
            <a:ahLst/>
            <a:cxnLst/>
            <a:rect l="l" t="t" r="r" b="b"/>
            <a:pathLst>
              <a:path w="5048250" h="19050">
                <a:moveTo>
                  <a:pt x="5048250" y="0"/>
                </a:moveTo>
                <a:lnTo>
                  <a:pt x="0" y="0"/>
                </a:lnTo>
                <a:lnTo>
                  <a:pt x="0" y="19048"/>
                </a:lnTo>
                <a:lnTo>
                  <a:pt x="5048250" y="19048"/>
                </a:lnTo>
                <a:lnTo>
                  <a:pt x="5048250" y="0"/>
                </a:lnTo>
                <a:close/>
              </a:path>
            </a:pathLst>
          </a:custGeom>
          <a:solidFill>
            <a:srgbClr val="DF4E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18477" y="2162810"/>
            <a:ext cx="3334385" cy="1962150"/>
            <a:chOff x="618477" y="2162810"/>
            <a:chExt cx="3334385" cy="1962150"/>
          </a:xfrm>
        </p:grpSpPr>
        <p:sp>
          <p:nvSpPr>
            <p:cNvPr id="3" name="object 3" descr=""/>
            <p:cNvSpPr/>
            <p:nvPr/>
          </p:nvSpPr>
          <p:spPr>
            <a:xfrm>
              <a:off x="618477" y="2373249"/>
              <a:ext cx="3334385" cy="1751964"/>
            </a:xfrm>
            <a:custGeom>
              <a:avLst/>
              <a:gdLst/>
              <a:ahLst/>
              <a:cxnLst/>
              <a:rect l="l" t="t" r="r" b="b"/>
              <a:pathLst>
                <a:path w="3334385" h="1751964">
                  <a:moveTo>
                    <a:pt x="65443" y="0"/>
                  </a:moveTo>
                  <a:lnTo>
                    <a:pt x="61341" y="508"/>
                  </a:lnTo>
                  <a:lnTo>
                    <a:pt x="22326" y="21462"/>
                  </a:lnTo>
                  <a:lnTo>
                    <a:pt x="1460" y="60451"/>
                  </a:lnTo>
                  <a:lnTo>
                    <a:pt x="0" y="75311"/>
                  </a:lnTo>
                  <a:lnTo>
                    <a:pt x="0" y="1738884"/>
                  </a:lnTo>
                  <a:lnTo>
                    <a:pt x="1727" y="1743075"/>
                  </a:lnTo>
                  <a:lnTo>
                    <a:pt x="8648" y="1749933"/>
                  </a:lnTo>
                  <a:lnTo>
                    <a:pt x="12814" y="1751711"/>
                  </a:lnTo>
                  <a:lnTo>
                    <a:pt x="3320935" y="1751711"/>
                  </a:lnTo>
                  <a:lnTo>
                    <a:pt x="3325126" y="1749933"/>
                  </a:lnTo>
                  <a:lnTo>
                    <a:pt x="3331984" y="1743075"/>
                  </a:lnTo>
                  <a:lnTo>
                    <a:pt x="3333762" y="1738884"/>
                  </a:lnTo>
                  <a:lnTo>
                    <a:pt x="3333762" y="1732661"/>
                  </a:lnTo>
                  <a:lnTo>
                    <a:pt x="19050" y="1732661"/>
                  </a:lnTo>
                  <a:lnTo>
                    <a:pt x="19050" y="75311"/>
                  </a:lnTo>
                  <a:lnTo>
                    <a:pt x="28676" y="33020"/>
                  </a:lnTo>
                  <a:lnTo>
                    <a:pt x="61341" y="1016"/>
                  </a:lnTo>
                  <a:lnTo>
                    <a:pt x="65443" y="0"/>
                  </a:lnTo>
                  <a:close/>
                </a:path>
                <a:path w="3334385" h="1751964">
                  <a:moveTo>
                    <a:pt x="3272720" y="1181"/>
                  </a:moveTo>
                  <a:lnTo>
                    <a:pt x="3286391" y="8762"/>
                  </a:lnTo>
                  <a:lnTo>
                    <a:pt x="3310394" y="46100"/>
                  </a:lnTo>
                  <a:lnTo>
                    <a:pt x="3314712" y="75311"/>
                  </a:lnTo>
                  <a:lnTo>
                    <a:pt x="3314712" y="1732661"/>
                  </a:lnTo>
                  <a:lnTo>
                    <a:pt x="3333762" y="1732661"/>
                  </a:lnTo>
                  <a:lnTo>
                    <a:pt x="3333762" y="75311"/>
                  </a:lnTo>
                  <a:lnTo>
                    <a:pt x="3320935" y="33020"/>
                  </a:lnTo>
                  <a:lnTo>
                    <a:pt x="3286645" y="4952"/>
                  </a:lnTo>
                  <a:lnTo>
                    <a:pt x="3272720" y="1181"/>
                  </a:lnTo>
                  <a:close/>
                </a:path>
                <a:path w="3334385" h="1751964">
                  <a:moveTo>
                    <a:pt x="3268357" y="0"/>
                  </a:moveTo>
                  <a:lnTo>
                    <a:pt x="3272720" y="1181"/>
                  </a:lnTo>
                  <a:lnTo>
                    <a:pt x="3272421" y="1016"/>
                  </a:lnTo>
                  <a:lnTo>
                    <a:pt x="3268357" y="0"/>
                  </a:lnTo>
                  <a:close/>
                </a:path>
              </a:pathLst>
            </a:custGeom>
            <a:solidFill>
              <a:srgbClr val="D7D3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8490" y="2162810"/>
              <a:ext cx="3333750" cy="419100"/>
            </a:xfrm>
            <a:custGeom>
              <a:avLst/>
              <a:gdLst/>
              <a:ahLst/>
              <a:cxnLst/>
              <a:rect l="l" t="t" r="r" b="b"/>
              <a:pathLst>
                <a:path w="3333750" h="419100">
                  <a:moveTo>
                    <a:pt x="1680464" y="0"/>
                  </a:moveTo>
                  <a:lnTo>
                    <a:pt x="1657223" y="0"/>
                  </a:lnTo>
                  <a:lnTo>
                    <a:pt x="1616455" y="5334"/>
                  </a:lnTo>
                  <a:lnTo>
                    <a:pt x="1577593" y="18541"/>
                  </a:lnTo>
                  <a:lnTo>
                    <a:pt x="1542034" y="39115"/>
                  </a:lnTo>
                  <a:lnTo>
                    <a:pt x="1511046" y="66294"/>
                  </a:lnTo>
                  <a:lnTo>
                    <a:pt x="1486027" y="98806"/>
                  </a:lnTo>
                  <a:lnTo>
                    <a:pt x="1467866" y="135636"/>
                  </a:lnTo>
                  <a:lnTo>
                    <a:pt x="1457198" y="175387"/>
                  </a:lnTo>
                  <a:lnTo>
                    <a:pt x="1455420" y="190500"/>
                  </a:lnTo>
                  <a:lnTo>
                    <a:pt x="15341" y="190500"/>
                  </a:lnTo>
                  <a:lnTo>
                    <a:pt x="0" y="205866"/>
                  </a:lnTo>
                  <a:lnTo>
                    <a:pt x="0" y="266700"/>
                  </a:lnTo>
                  <a:lnTo>
                    <a:pt x="1462405" y="266700"/>
                  </a:lnTo>
                  <a:lnTo>
                    <a:pt x="1465580" y="276987"/>
                  </a:lnTo>
                  <a:lnTo>
                    <a:pt x="1482598" y="314451"/>
                  </a:lnTo>
                  <a:lnTo>
                    <a:pt x="1506473" y="347852"/>
                  </a:lnTo>
                  <a:lnTo>
                    <a:pt x="1536446" y="375920"/>
                  </a:lnTo>
                  <a:lnTo>
                    <a:pt x="1571371" y="397637"/>
                  </a:lnTo>
                  <a:lnTo>
                    <a:pt x="1609852" y="412114"/>
                  </a:lnTo>
                  <a:lnTo>
                    <a:pt x="1650364" y="418719"/>
                  </a:lnTo>
                  <a:lnTo>
                    <a:pt x="1657223" y="419100"/>
                  </a:lnTo>
                  <a:lnTo>
                    <a:pt x="1680464" y="419100"/>
                  </a:lnTo>
                  <a:lnTo>
                    <a:pt x="1741042" y="408050"/>
                  </a:lnTo>
                  <a:lnTo>
                    <a:pt x="1778508" y="391160"/>
                  </a:lnTo>
                  <a:lnTo>
                    <a:pt x="1811909" y="367157"/>
                  </a:lnTo>
                  <a:lnTo>
                    <a:pt x="1839976" y="337185"/>
                  </a:lnTo>
                  <a:lnTo>
                    <a:pt x="1861692" y="302260"/>
                  </a:lnTo>
                  <a:lnTo>
                    <a:pt x="1875282" y="266700"/>
                  </a:lnTo>
                  <a:lnTo>
                    <a:pt x="3333750" y="266700"/>
                  </a:lnTo>
                  <a:lnTo>
                    <a:pt x="3333750" y="205866"/>
                  </a:lnTo>
                  <a:lnTo>
                    <a:pt x="3318383" y="190500"/>
                  </a:lnTo>
                  <a:lnTo>
                    <a:pt x="1882266" y="190500"/>
                  </a:lnTo>
                  <a:lnTo>
                    <a:pt x="1881504" y="182245"/>
                  </a:lnTo>
                  <a:lnTo>
                    <a:pt x="1872234" y="142112"/>
                  </a:lnTo>
                  <a:lnTo>
                    <a:pt x="1855215" y="104648"/>
                  </a:lnTo>
                  <a:lnTo>
                    <a:pt x="1831213" y="71247"/>
                  </a:lnTo>
                  <a:lnTo>
                    <a:pt x="1801240" y="43180"/>
                  </a:lnTo>
                  <a:lnTo>
                    <a:pt x="1766315" y="21462"/>
                  </a:lnTo>
                  <a:lnTo>
                    <a:pt x="1727962" y="6985"/>
                  </a:lnTo>
                  <a:lnTo>
                    <a:pt x="1687322" y="381"/>
                  </a:lnTo>
                  <a:lnTo>
                    <a:pt x="1680464" y="0"/>
                  </a:lnTo>
                  <a:close/>
                </a:path>
              </a:pathLst>
            </a:custGeom>
            <a:solidFill>
              <a:srgbClr val="DF4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9386" y="2282799"/>
              <a:ext cx="164769" cy="177444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766063" y="2709799"/>
            <a:ext cx="1682114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373737"/>
                </a:solidFill>
                <a:latin typeface="Georgia"/>
                <a:cs typeface="Georgia"/>
              </a:rPr>
              <a:t>Feature</a:t>
            </a:r>
            <a:r>
              <a:rPr dirty="0" sz="1450" spc="-4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450" spc="-10">
                <a:solidFill>
                  <a:srgbClr val="373737"/>
                </a:solidFill>
                <a:latin typeface="Georgia"/>
                <a:cs typeface="Georgia"/>
              </a:rPr>
              <a:t>Distribution</a:t>
            </a:r>
            <a:endParaRPr sz="1450">
              <a:latin typeface="Georgia"/>
              <a:cs typeface="Georgi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78167" y="3037459"/>
            <a:ext cx="2969895" cy="490220"/>
            <a:chOff x="778167" y="3037459"/>
            <a:chExt cx="2969895" cy="49022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167" y="3037459"/>
              <a:ext cx="906741" cy="10871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6343" y="3037459"/>
              <a:ext cx="1403477" cy="13474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3066" y="3045587"/>
              <a:ext cx="544830" cy="12661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3056" y="3227324"/>
              <a:ext cx="2611272" cy="13614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3056" y="3417824"/>
              <a:ext cx="2863875" cy="109347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766063" y="3563492"/>
            <a:ext cx="29622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model</a:t>
            </a:r>
            <a:r>
              <a:rPr dirty="0" sz="1100" spc="18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reliability</a:t>
            </a:r>
            <a:r>
              <a:rPr dirty="0" sz="1100" spc="18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100" spc="1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data</a:t>
            </a:r>
            <a:r>
              <a:rPr dirty="0" sz="1100" spc="1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quality</a:t>
            </a:r>
            <a:r>
              <a:rPr dirty="0" sz="1100" spc="18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73737"/>
                </a:solidFill>
                <a:latin typeface="Tahoma"/>
                <a:cs typeface="Tahoma"/>
              </a:rPr>
              <a:t>assessment.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4047490" y="2162810"/>
            <a:ext cx="3333750" cy="1962150"/>
            <a:chOff x="4047490" y="2162810"/>
            <a:chExt cx="3333750" cy="1962150"/>
          </a:xfrm>
        </p:grpSpPr>
        <p:sp>
          <p:nvSpPr>
            <p:cNvPr id="15" name="object 15" descr=""/>
            <p:cNvSpPr/>
            <p:nvPr/>
          </p:nvSpPr>
          <p:spPr>
            <a:xfrm>
              <a:off x="4047490" y="2373249"/>
              <a:ext cx="3333750" cy="1751964"/>
            </a:xfrm>
            <a:custGeom>
              <a:avLst/>
              <a:gdLst/>
              <a:ahLst/>
              <a:cxnLst/>
              <a:rect l="l" t="t" r="r" b="b"/>
              <a:pathLst>
                <a:path w="3333750" h="1751964">
                  <a:moveTo>
                    <a:pt x="65405" y="0"/>
                  </a:moveTo>
                  <a:lnTo>
                    <a:pt x="61340" y="508"/>
                  </a:lnTo>
                  <a:lnTo>
                    <a:pt x="22351" y="21462"/>
                  </a:lnTo>
                  <a:lnTo>
                    <a:pt x="1397" y="60451"/>
                  </a:lnTo>
                  <a:lnTo>
                    <a:pt x="0" y="75311"/>
                  </a:lnTo>
                  <a:lnTo>
                    <a:pt x="0" y="1738884"/>
                  </a:lnTo>
                  <a:lnTo>
                    <a:pt x="1650" y="1743075"/>
                  </a:lnTo>
                  <a:lnTo>
                    <a:pt x="8636" y="1749933"/>
                  </a:lnTo>
                  <a:lnTo>
                    <a:pt x="12826" y="1751711"/>
                  </a:lnTo>
                  <a:lnTo>
                    <a:pt x="3320923" y="1751711"/>
                  </a:lnTo>
                  <a:lnTo>
                    <a:pt x="3325114" y="1749933"/>
                  </a:lnTo>
                  <a:lnTo>
                    <a:pt x="3331971" y="1743075"/>
                  </a:lnTo>
                  <a:lnTo>
                    <a:pt x="3333750" y="1738884"/>
                  </a:lnTo>
                  <a:lnTo>
                    <a:pt x="3333750" y="1732661"/>
                  </a:lnTo>
                  <a:lnTo>
                    <a:pt x="19050" y="1732661"/>
                  </a:lnTo>
                  <a:lnTo>
                    <a:pt x="19050" y="75311"/>
                  </a:lnTo>
                  <a:lnTo>
                    <a:pt x="28701" y="33020"/>
                  </a:lnTo>
                  <a:lnTo>
                    <a:pt x="61340" y="1016"/>
                  </a:lnTo>
                  <a:lnTo>
                    <a:pt x="65405" y="0"/>
                  </a:lnTo>
                  <a:close/>
                </a:path>
                <a:path w="3333750" h="1751964">
                  <a:moveTo>
                    <a:pt x="3272707" y="1181"/>
                  </a:moveTo>
                  <a:lnTo>
                    <a:pt x="3286379" y="8762"/>
                  </a:lnTo>
                  <a:lnTo>
                    <a:pt x="3310382" y="46100"/>
                  </a:lnTo>
                  <a:lnTo>
                    <a:pt x="3314700" y="75311"/>
                  </a:lnTo>
                  <a:lnTo>
                    <a:pt x="3314700" y="1732661"/>
                  </a:lnTo>
                  <a:lnTo>
                    <a:pt x="3333750" y="1732661"/>
                  </a:lnTo>
                  <a:lnTo>
                    <a:pt x="3333750" y="75311"/>
                  </a:lnTo>
                  <a:lnTo>
                    <a:pt x="3320923" y="33020"/>
                  </a:lnTo>
                  <a:lnTo>
                    <a:pt x="3286633" y="4952"/>
                  </a:lnTo>
                  <a:lnTo>
                    <a:pt x="3272707" y="1181"/>
                  </a:lnTo>
                  <a:close/>
                </a:path>
                <a:path w="3333750" h="1751964">
                  <a:moveTo>
                    <a:pt x="3268344" y="0"/>
                  </a:moveTo>
                  <a:lnTo>
                    <a:pt x="3272707" y="1181"/>
                  </a:lnTo>
                  <a:lnTo>
                    <a:pt x="3272409" y="1016"/>
                  </a:lnTo>
                  <a:lnTo>
                    <a:pt x="3268344" y="0"/>
                  </a:lnTo>
                  <a:close/>
                </a:path>
              </a:pathLst>
            </a:custGeom>
            <a:solidFill>
              <a:srgbClr val="D7D3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047490" y="2162810"/>
              <a:ext cx="3333750" cy="419100"/>
            </a:xfrm>
            <a:custGeom>
              <a:avLst/>
              <a:gdLst/>
              <a:ahLst/>
              <a:cxnLst/>
              <a:rect l="l" t="t" r="r" b="b"/>
              <a:pathLst>
                <a:path w="3333750" h="419100">
                  <a:moveTo>
                    <a:pt x="1680464" y="0"/>
                  </a:moveTo>
                  <a:lnTo>
                    <a:pt x="1657223" y="0"/>
                  </a:lnTo>
                  <a:lnTo>
                    <a:pt x="1616456" y="5334"/>
                  </a:lnTo>
                  <a:lnTo>
                    <a:pt x="1577594" y="18541"/>
                  </a:lnTo>
                  <a:lnTo>
                    <a:pt x="1542034" y="39115"/>
                  </a:lnTo>
                  <a:lnTo>
                    <a:pt x="1511046" y="66294"/>
                  </a:lnTo>
                  <a:lnTo>
                    <a:pt x="1486027" y="98806"/>
                  </a:lnTo>
                  <a:lnTo>
                    <a:pt x="1467865" y="135636"/>
                  </a:lnTo>
                  <a:lnTo>
                    <a:pt x="1457198" y="175387"/>
                  </a:lnTo>
                  <a:lnTo>
                    <a:pt x="1455420" y="190500"/>
                  </a:lnTo>
                  <a:lnTo>
                    <a:pt x="15367" y="190500"/>
                  </a:lnTo>
                  <a:lnTo>
                    <a:pt x="0" y="205866"/>
                  </a:lnTo>
                  <a:lnTo>
                    <a:pt x="0" y="266700"/>
                  </a:lnTo>
                  <a:lnTo>
                    <a:pt x="1462405" y="266700"/>
                  </a:lnTo>
                  <a:lnTo>
                    <a:pt x="1465580" y="276987"/>
                  </a:lnTo>
                  <a:lnTo>
                    <a:pt x="1482471" y="314451"/>
                  </a:lnTo>
                  <a:lnTo>
                    <a:pt x="1506474" y="347852"/>
                  </a:lnTo>
                  <a:lnTo>
                    <a:pt x="1536446" y="375920"/>
                  </a:lnTo>
                  <a:lnTo>
                    <a:pt x="1571371" y="397637"/>
                  </a:lnTo>
                  <a:lnTo>
                    <a:pt x="1609852" y="412114"/>
                  </a:lnTo>
                  <a:lnTo>
                    <a:pt x="1650364" y="418719"/>
                  </a:lnTo>
                  <a:lnTo>
                    <a:pt x="1657223" y="419100"/>
                  </a:lnTo>
                  <a:lnTo>
                    <a:pt x="1680464" y="419100"/>
                  </a:lnTo>
                  <a:lnTo>
                    <a:pt x="1741043" y="408050"/>
                  </a:lnTo>
                  <a:lnTo>
                    <a:pt x="1778508" y="391160"/>
                  </a:lnTo>
                  <a:lnTo>
                    <a:pt x="1811909" y="367157"/>
                  </a:lnTo>
                  <a:lnTo>
                    <a:pt x="1839976" y="337185"/>
                  </a:lnTo>
                  <a:lnTo>
                    <a:pt x="1861693" y="302260"/>
                  </a:lnTo>
                  <a:lnTo>
                    <a:pt x="1875282" y="266700"/>
                  </a:lnTo>
                  <a:lnTo>
                    <a:pt x="3333750" y="266700"/>
                  </a:lnTo>
                  <a:lnTo>
                    <a:pt x="3333750" y="205866"/>
                  </a:lnTo>
                  <a:lnTo>
                    <a:pt x="3318383" y="190500"/>
                  </a:lnTo>
                  <a:lnTo>
                    <a:pt x="1882267" y="190500"/>
                  </a:lnTo>
                  <a:lnTo>
                    <a:pt x="1881505" y="182245"/>
                  </a:lnTo>
                  <a:lnTo>
                    <a:pt x="1872234" y="142112"/>
                  </a:lnTo>
                  <a:lnTo>
                    <a:pt x="1855215" y="104648"/>
                  </a:lnTo>
                  <a:lnTo>
                    <a:pt x="1831213" y="71247"/>
                  </a:lnTo>
                  <a:lnTo>
                    <a:pt x="1801240" y="43180"/>
                  </a:lnTo>
                  <a:lnTo>
                    <a:pt x="1766315" y="21462"/>
                  </a:lnTo>
                  <a:lnTo>
                    <a:pt x="1727962" y="6985"/>
                  </a:lnTo>
                  <a:lnTo>
                    <a:pt x="1687322" y="381"/>
                  </a:lnTo>
                  <a:lnTo>
                    <a:pt x="1680464" y="0"/>
                  </a:lnTo>
                  <a:close/>
                </a:path>
              </a:pathLst>
            </a:custGeom>
            <a:solidFill>
              <a:srgbClr val="DF4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39054" y="2282901"/>
              <a:ext cx="143433" cy="177342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4195698" y="2709799"/>
            <a:ext cx="144653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373737"/>
                </a:solidFill>
                <a:latin typeface="Georgia"/>
                <a:cs typeface="Georgia"/>
              </a:rPr>
              <a:t>Feature</a:t>
            </a:r>
            <a:r>
              <a:rPr dirty="0" sz="1450" spc="-50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450" spc="-10">
                <a:solidFill>
                  <a:srgbClr val="373737"/>
                </a:solidFill>
                <a:latin typeface="Georgia"/>
                <a:cs typeface="Georgia"/>
              </a:rPr>
              <a:t>Heatmap</a:t>
            </a:r>
            <a:endParaRPr sz="1450">
              <a:latin typeface="Georgia"/>
              <a:cs typeface="Georgi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4208271" y="3037459"/>
            <a:ext cx="2690495" cy="516890"/>
            <a:chOff x="4208271" y="3037459"/>
            <a:chExt cx="2690495" cy="516890"/>
          </a:xfrm>
        </p:grpSpPr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8271" y="3037459"/>
              <a:ext cx="2690368" cy="32600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18050" y="3418459"/>
              <a:ext cx="2039874" cy="135509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4195698" y="3563492"/>
            <a:ext cx="27527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multicollinearity</a:t>
            </a:r>
            <a:r>
              <a:rPr dirty="0" sz="1100" spc="-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within</a:t>
            </a:r>
            <a:r>
              <a:rPr dirty="0" sz="1100" spc="-3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the</a:t>
            </a:r>
            <a:r>
              <a:rPr dirty="0" sz="1100" spc="-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dataset</a:t>
            </a:r>
            <a:r>
              <a:rPr dirty="0" sz="1100" spc="-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dirty="0" sz="1100" spc="-1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73737"/>
                </a:solidFill>
                <a:latin typeface="Tahoma"/>
                <a:cs typeface="Tahoma"/>
              </a:rPr>
              <a:t>inform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09922" y="3798824"/>
            <a:ext cx="2297810" cy="136144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7476490" y="2162810"/>
            <a:ext cx="3333750" cy="1962150"/>
            <a:chOff x="7476490" y="2162810"/>
            <a:chExt cx="3333750" cy="1962150"/>
          </a:xfrm>
        </p:grpSpPr>
        <p:sp>
          <p:nvSpPr>
            <p:cNvPr id="25" name="object 25" descr=""/>
            <p:cNvSpPr/>
            <p:nvPr/>
          </p:nvSpPr>
          <p:spPr>
            <a:xfrm>
              <a:off x="7476490" y="2373249"/>
              <a:ext cx="3333750" cy="1751964"/>
            </a:xfrm>
            <a:custGeom>
              <a:avLst/>
              <a:gdLst/>
              <a:ahLst/>
              <a:cxnLst/>
              <a:rect l="l" t="t" r="r" b="b"/>
              <a:pathLst>
                <a:path w="3333750" h="1751964">
                  <a:moveTo>
                    <a:pt x="65404" y="0"/>
                  </a:moveTo>
                  <a:lnTo>
                    <a:pt x="61340" y="508"/>
                  </a:lnTo>
                  <a:lnTo>
                    <a:pt x="22351" y="21462"/>
                  </a:lnTo>
                  <a:lnTo>
                    <a:pt x="1396" y="60451"/>
                  </a:lnTo>
                  <a:lnTo>
                    <a:pt x="0" y="75311"/>
                  </a:lnTo>
                  <a:lnTo>
                    <a:pt x="0" y="1738884"/>
                  </a:lnTo>
                  <a:lnTo>
                    <a:pt x="1777" y="1743075"/>
                  </a:lnTo>
                  <a:lnTo>
                    <a:pt x="8635" y="1749933"/>
                  </a:lnTo>
                  <a:lnTo>
                    <a:pt x="12826" y="1751711"/>
                  </a:lnTo>
                  <a:lnTo>
                    <a:pt x="3320923" y="1751711"/>
                  </a:lnTo>
                  <a:lnTo>
                    <a:pt x="3325113" y="1749933"/>
                  </a:lnTo>
                  <a:lnTo>
                    <a:pt x="3331971" y="1743075"/>
                  </a:lnTo>
                  <a:lnTo>
                    <a:pt x="3333750" y="1738884"/>
                  </a:lnTo>
                  <a:lnTo>
                    <a:pt x="3333750" y="1732661"/>
                  </a:lnTo>
                  <a:lnTo>
                    <a:pt x="19050" y="1732661"/>
                  </a:lnTo>
                  <a:lnTo>
                    <a:pt x="19050" y="75311"/>
                  </a:lnTo>
                  <a:lnTo>
                    <a:pt x="28701" y="33020"/>
                  </a:lnTo>
                  <a:lnTo>
                    <a:pt x="61340" y="1016"/>
                  </a:lnTo>
                  <a:lnTo>
                    <a:pt x="65404" y="0"/>
                  </a:lnTo>
                  <a:close/>
                </a:path>
                <a:path w="3333750" h="1751964">
                  <a:moveTo>
                    <a:pt x="3272678" y="1165"/>
                  </a:moveTo>
                  <a:lnTo>
                    <a:pt x="3286379" y="8762"/>
                  </a:lnTo>
                  <a:lnTo>
                    <a:pt x="3310381" y="46100"/>
                  </a:lnTo>
                  <a:lnTo>
                    <a:pt x="3314700" y="75311"/>
                  </a:lnTo>
                  <a:lnTo>
                    <a:pt x="3314700" y="1732661"/>
                  </a:lnTo>
                  <a:lnTo>
                    <a:pt x="3333750" y="1732661"/>
                  </a:lnTo>
                  <a:lnTo>
                    <a:pt x="3333750" y="75311"/>
                  </a:lnTo>
                  <a:lnTo>
                    <a:pt x="3320923" y="33020"/>
                  </a:lnTo>
                  <a:lnTo>
                    <a:pt x="3286759" y="4952"/>
                  </a:lnTo>
                  <a:lnTo>
                    <a:pt x="3272678" y="1165"/>
                  </a:lnTo>
                  <a:close/>
                </a:path>
                <a:path w="3333750" h="1751964">
                  <a:moveTo>
                    <a:pt x="3268344" y="0"/>
                  </a:moveTo>
                  <a:lnTo>
                    <a:pt x="3272678" y="1165"/>
                  </a:lnTo>
                  <a:lnTo>
                    <a:pt x="3272408" y="1016"/>
                  </a:lnTo>
                  <a:lnTo>
                    <a:pt x="3268344" y="0"/>
                  </a:lnTo>
                  <a:close/>
                </a:path>
              </a:pathLst>
            </a:custGeom>
            <a:solidFill>
              <a:srgbClr val="D7D3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476490" y="2162810"/>
              <a:ext cx="3333750" cy="419100"/>
            </a:xfrm>
            <a:custGeom>
              <a:avLst/>
              <a:gdLst/>
              <a:ahLst/>
              <a:cxnLst/>
              <a:rect l="l" t="t" r="r" b="b"/>
              <a:pathLst>
                <a:path w="3333750" h="419100">
                  <a:moveTo>
                    <a:pt x="1680463" y="0"/>
                  </a:moveTo>
                  <a:lnTo>
                    <a:pt x="1657223" y="0"/>
                  </a:lnTo>
                  <a:lnTo>
                    <a:pt x="1616455" y="5334"/>
                  </a:lnTo>
                  <a:lnTo>
                    <a:pt x="1577593" y="18541"/>
                  </a:lnTo>
                  <a:lnTo>
                    <a:pt x="1542033" y="39115"/>
                  </a:lnTo>
                  <a:lnTo>
                    <a:pt x="1511045" y="66294"/>
                  </a:lnTo>
                  <a:lnTo>
                    <a:pt x="1486027" y="98806"/>
                  </a:lnTo>
                  <a:lnTo>
                    <a:pt x="1467865" y="135636"/>
                  </a:lnTo>
                  <a:lnTo>
                    <a:pt x="1457198" y="175387"/>
                  </a:lnTo>
                  <a:lnTo>
                    <a:pt x="1455419" y="190500"/>
                  </a:lnTo>
                  <a:lnTo>
                    <a:pt x="15366" y="190500"/>
                  </a:lnTo>
                  <a:lnTo>
                    <a:pt x="0" y="205866"/>
                  </a:lnTo>
                  <a:lnTo>
                    <a:pt x="0" y="266700"/>
                  </a:lnTo>
                  <a:lnTo>
                    <a:pt x="1462404" y="266700"/>
                  </a:lnTo>
                  <a:lnTo>
                    <a:pt x="1465579" y="276987"/>
                  </a:lnTo>
                  <a:lnTo>
                    <a:pt x="1482598" y="314451"/>
                  </a:lnTo>
                  <a:lnTo>
                    <a:pt x="1506474" y="347852"/>
                  </a:lnTo>
                  <a:lnTo>
                    <a:pt x="1536445" y="375920"/>
                  </a:lnTo>
                  <a:lnTo>
                    <a:pt x="1571370" y="397637"/>
                  </a:lnTo>
                  <a:lnTo>
                    <a:pt x="1609852" y="412114"/>
                  </a:lnTo>
                  <a:lnTo>
                    <a:pt x="1650364" y="418719"/>
                  </a:lnTo>
                  <a:lnTo>
                    <a:pt x="1657223" y="419100"/>
                  </a:lnTo>
                  <a:lnTo>
                    <a:pt x="1680463" y="419100"/>
                  </a:lnTo>
                  <a:lnTo>
                    <a:pt x="1741042" y="408050"/>
                  </a:lnTo>
                  <a:lnTo>
                    <a:pt x="1778507" y="391160"/>
                  </a:lnTo>
                  <a:lnTo>
                    <a:pt x="1811908" y="367157"/>
                  </a:lnTo>
                  <a:lnTo>
                    <a:pt x="1839976" y="337185"/>
                  </a:lnTo>
                  <a:lnTo>
                    <a:pt x="1861692" y="302260"/>
                  </a:lnTo>
                  <a:lnTo>
                    <a:pt x="1875281" y="266700"/>
                  </a:lnTo>
                  <a:lnTo>
                    <a:pt x="3333750" y="266700"/>
                  </a:lnTo>
                  <a:lnTo>
                    <a:pt x="3333750" y="205866"/>
                  </a:lnTo>
                  <a:lnTo>
                    <a:pt x="3318382" y="190500"/>
                  </a:lnTo>
                  <a:lnTo>
                    <a:pt x="1882266" y="190500"/>
                  </a:lnTo>
                  <a:lnTo>
                    <a:pt x="1881504" y="182245"/>
                  </a:lnTo>
                  <a:lnTo>
                    <a:pt x="1872233" y="142112"/>
                  </a:lnTo>
                  <a:lnTo>
                    <a:pt x="1855215" y="104648"/>
                  </a:lnTo>
                  <a:lnTo>
                    <a:pt x="1831212" y="71247"/>
                  </a:lnTo>
                  <a:lnTo>
                    <a:pt x="1801240" y="43180"/>
                  </a:lnTo>
                  <a:lnTo>
                    <a:pt x="1766315" y="21462"/>
                  </a:lnTo>
                  <a:lnTo>
                    <a:pt x="1727961" y="6985"/>
                  </a:lnTo>
                  <a:lnTo>
                    <a:pt x="1687321" y="381"/>
                  </a:lnTo>
                  <a:lnTo>
                    <a:pt x="1680463" y="0"/>
                  </a:lnTo>
                  <a:close/>
                </a:path>
              </a:pathLst>
            </a:custGeom>
            <a:solidFill>
              <a:srgbClr val="DF4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51163" y="2307234"/>
              <a:ext cx="177342" cy="128752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7625333" y="2709799"/>
            <a:ext cx="145859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373737"/>
                </a:solidFill>
                <a:latin typeface="Georgia"/>
                <a:cs typeface="Georgia"/>
              </a:rPr>
              <a:t>Confusion</a:t>
            </a:r>
            <a:r>
              <a:rPr dirty="0" sz="1450" spc="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450" spc="-10">
                <a:solidFill>
                  <a:srgbClr val="373737"/>
                </a:solidFill>
                <a:latin typeface="Georgia"/>
                <a:cs typeface="Georgia"/>
              </a:rPr>
              <a:t>Matrix</a:t>
            </a:r>
            <a:endParaRPr sz="1450">
              <a:latin typeface="Georgia"/>
              <a:cs typeface="Georgia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7647051" y="3036951"/>
            <a:ext cx="2823845" cy="327025"/>
            <a:chOff x="7647051" y="3036951"/>
            <a:chExt cx="2823845" cy="327025"/>
          </a:xfrm>
        </p:grpSpPr>
        <p:pic>
          <p:nvPicPr>
            <p:cNvPr id="30" name="object 3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48194" y="3036951"/>
              <a:ext cx="2800477" cy="135255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47051" y="3227324"/>
              <a:ext cx="882269" cy="135382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589137" y="3227959"/>
              <a:ext cx="884936" cy="135509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33763" y="3231896"/>
              <a:ext cx="937005" cy="130810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/>
          <p:nvPr/>
        </p:nvSpPr>
        <p:spPr>
          <a:xfrm>
            <a:off x="7625333" y="3372992"/>
            <a:ext cx="28333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negatives,</a:t>
            </a:r>
            <a:r>
              <a:rPr dirty="0" sz="1100" spc="-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false</a:t>
            </a:r>
            <a:r>
              <a:rPr dirty="0" sz="1100" spc="-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positives,</a:t>
            </a:r>
            <a:r>
              <a:rPr dirty="0" sz="1100" spc="-1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100" spc="-1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false</a:t>
            </a:r>
            <a:r>
              <a:rPr dirty="0" sz="1100" spc="-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73737"/>
                </a:solidFill>
                <a:latin typeface="Tahoma"/>
                <a:cs typeface="Tahoma"/>
              </a:rPr>
              <a:t>negatives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7638288" y="3608959"/>
            <a:ext cx="2895600" cy="325755"/>
            <a:chOff x="7638288" y="3608959"/>
            <a:chExt cx="2895600" cy="325755"/>
          </a:xfrm>
        </p:grpSpPr>
        <p:pic>
          <p:nvPicPr>
            <p:cNvPr id="36" name="object 3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638288" y="3608959"/>
              <a:ext cx="1067053" cy="108712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767318" y="3637153"/>
              <a:ext cx="621537" cy="106553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456039" y="3612896"/>
              <a:ext cx="626236" cy="130810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0149458" y="3608959"/>
              <a:ext cx="384175" cy="132080"/>
            </a:xfrm>
            <a:custGeom>
              <a:avLst/>
              <a:gdLst/>
              <a:ahLst/>
              <a:cxnLst/>
              <a:rect l="l" t="t" r="r" b="b"/>
              <a:pathLst>
                <a:path w="384175" h="132079">
                  <a:moveTo>
                    <a:pt x="14097" y="30225"/>
                  </a:moveTo>
                  <a:lnTo>
                    <a:pt x="0" y="30225"/>
                  </a:lnTo>
                  <a:lnTo>
                    <a:pt x="0" y="106553"/>
                  </a:lnTo>
                  <a:lnTo>
                    <a:pt x="14097" y="106553"/>
                  </a:lnTo>
                  <a:lnTo>
                    <a:pt x="14097" y="52324"/>
                  </a:lnTo>
                  <a:lnTo>
                    <a:pt x="17525" y="49275"/>
                  </a:lnTo>
                  <a:lnTo>
                    <a:pt x="21082" y="47117"/>
                  </a:lnTo>
                  <a:lnTo>
                    <a:pt x="24765" y="45593"/>
                  </a:lnTo>
                  <a:lnTo>
                    <a:pt x="28575" y="44068"/>
                  </a:lnTo>
                  <a:lnTo>
                    <a:pt x="32385" y="43306"/>
                  </a:lnTo>
                  <a:lnTo>
                    <a:pt x="44576" y="43306"/>
                  </a:lnTo>
                  <a:lnTo>
                    <a:pt x="44576" y="41401"/>
                  </a:lnTo>
                  <a:lnTo>
                    <a:pt x="14097" y="41401"/>
                  </a:lnTo>
                  <a:lnTo>
                    <a:pt x="14097" y="30225"/>
                  </a:lnTo>
                  <a:close/>
                </a:path>
                <a:path w="384175" h="132079">
                  <a:moveTo>
                    <a:pt x="44576" y="43306"/>
                  </a:moveTo>
                  <a:lnTo>
                    <a:pt x="39243" y="43306"/>
                  </a:lnTo>
                  <a:lnTo>
                    <a:pt x="40386" y="43434"/>
                  </a:lnTo>
                  <a:lnTo>
                    <a:pt x="41656" y="43434"/>
                  </a:lnTo>
                  <a:lnTo>
                    <a:pt x="42672" y="43687"/>
                  </a:lnTo>
                  <a:lnTo>
                    <a:pt x="44386" y="44068"/>
                  </a:lnTo>
                  <a:lnTo>
                    <a:pt x="44576" y="44068"/>
                  </a:lnTo>
                  <a:lnTo>
                    <a:pt x="44576" y="43306"/>
                  </a:lnTo>
                  <a:close/>
                </a:path>
                <a:path w="384175" h="132079">
                  <a:moveTo>
                    <a:pt x="42799" y="30225"/>
                  </a:moveTo>
                  <a:lnTo>
                    <a:pt x="34652" y="30225"/>
                  </a:lnTo>
                  <a:lnTo>
                    <a:pt x="31496" y="30987"/>
                  </a:lnTo>
                  <a:lnTo>
                    <a:pt x="27686" y="32638"/>
                  </a:lnTo>
                  <a:lnTo>
                    <a:pt x="23749" y="34417"/>
                  </a:lnTo>
                  <a:lnTo>
                    <a:pt x="19304" y="37337"/>
                  </a:lnTo>
                  <a:lnTo>
                    <a:pt x="14097" y="41401"/>
                  </a:lnTo>
                  <a:lnTo>
                    <a:pt x="44576" y="41401"/>
                  </a:lnTo>
                  <a:lnTo>
                    <a:pt x="44576" y="30480"/>
                  </a:lnTo>
                  <a:lnTo>
                    <a:pt x="42799" y="30225"/>
                  </a:lnTo>
                  <a:close/>
                </a:path>
                <a:path w="384175" h="132079">
                  <a:moveTo>
                    <a:pt x="93218" y="27939"/>
                  </a:moveTo>
                  <a:lnTo>
                    <a:pt x="88011" y="27939"/>
                  </a:lnTo>
                  <a:lnTo>
                    <a:pt x="78814" y="28701"/>
                  </a:lnTo>
                  <a:lnTo>
                    <a:pt x="79418" y="28701"/>
                  </a:lnTo>
                  <a:lnTo>
                    <a:pt x="72199" y="30702"/>
                  </a:lnTo>
                  <a:lnTo>
                    <a:pt x="49022" y="68706"/>
                  </a:lnTo>
                  <a:lnTo>
                    <a:pt x="49712" y="77684"/>
                  </a:lnTo>
                  <a:lnTo>
                    <a:pt x="51725" y="85343"/>
                  </a:lnTo>
                  <a:lnTo>
                    <a:pt x="51784" y="85566"/>
                  </a:lnTo>
                  <a:lnTo>
                    <a:pt x="91313" y="108331"/>
                  </a:lnTo>
                  <a:lnTo>
                    <a:pt x="96774" y="108331"/>
                  </a:lnTo>
                  <a:lnTo>
                    <a:pt x="102108" y="107442"/>
                  </a:lnTo>
                  <a:lnTo>
                    <a:pt x="104521" y="106934"/>
                  </a:lnTo>
                  <a:lnTo>
                    <a:pt x="111506" y="105029"/>
                  </a:lnTo>
                  <a:lnTo>
                    <a:pt x="116332" y="103250"/>
                  </a:lnTo>
                  <a:lnTo>
                    <a:pt x="118333" y="102544"/>
                  </a:lnTo>
                  <a:lnTo>
                    <a:pt x="120142" y="101854"/>
                  </a:lnTo>
                  <a:lnTo>
                    <a:pt x="120142" y="97155"/>
                  </a:lnTo>
                  <a:lnTo>
                    <a:pt x="82550" y="97155"/>
                  </a:lnTo>
                  <a:lnTo>
                    <a:pt x="75692" y="94742"/>
                  </a:lnTo>
                  <a:lnTo>
                    <a:pt x="70739" y="90043"/>
                  </a:lnTo>
                  <a:lnTo>
                    <a:pt x="65913" y="85343"/>
                  </a:lnTo>
                  <a:lnTo>
                    <a:pt x="63373" y="78612"/>
                  </a:lnTo>
                  <a:lnTo>
                    <a:pt x="63373" y="69595"/>
                  </a:lnTo>
                  <a:lnTo>
                    <a:pt x="121666" y="69595"/>
                  </a:lnTo>
                  <a:lnTo>
                    <a:pt x="121666" y="59848"/>
                  </a:lnTo>
                  <a:lnTo>
                    <a:pt x="63369" y="59848"/>
                  </a:lnTo>
                  <a:lnTo>
                    <a:pt x="63754" y="56514"/>
                  </a:lnTo>
                  <a:lnTo>
                    <a:pt x="64389" y="53720"/>
                  </a:lnTo>
                  <a:lnTo>
                    <a:pt x="65471" y="51435"/>
                  </a:lnTo>
                  <a:lnTo>
                    <a:pt x="66675" y="48768"/>
                  </a:lnTo>
                  <a:lnTo>
                    <a:pt x="83312" y="38607"/>
                  </a:lnTo>
                  <a:lnTo>
                    <a:pt x="114553" y="38607"/>
                  </a:lnTo>
                  <a:lnTo>
                    <a:pt x="112395" y="36449"/>
                  </a:lnTo>
                  <a:lnTo>
                    <a:pt x="109347" y="33528"/>
                  </a:lnTo>
                  <a:lnTo>
                    <a:pt x="105791" y="31368"/>
                  </a:lnTo>
                  <a:lnTo>
                    <a:pt x="101854" y="29972"/>
                  </a:lnTo>
                  <a:lnTo>
                    <a:pt x="97790" y="28701"/>
                  </a:lnTo>
                  <a:lnTo>
                    <a:pt x="93218" y="27939"/>
                  </a:lnTo>
                  <a:close/>
                </a:path>
                <a:path w="384175" h="132079">
                  <a:moveTo>
                    <a:pt x="120142" y="87884"/>
                  </a:moveTo>
                  <a:lnTo>
                    <a:pt x="119252" y="87884"/>
                  </a:lnTo>
                  <a:lnTo>
                    <a:pt x="118110" y="88773"/>
                  </a:lnTo>
                  <a:lnTo>
                    <a:pt x="116713" y="89662"/>
                  </a:lnTo>
                  <a:lnTo>
                    <a:pt x="94361" y="97155"/>
                  </a:lnTo>
                  <a:lnTo>
                    <a:pt x="120142" y="97155"/>
                  </a:lnTo>
                  <a:lnTo>
                    <a:pt x="120142" y="87884"/>
                  </a:lnTo>
                  <a:close/>
                </a:path>
                <a:path w="384175" h="132079">
                  <a:moveTo>
                    <a:pt x="114553" y="38607"/>
                  </a:moveTo>
                  <a:lnTo>
                    <a:pt x="90932" y="38607"/>
                  </a:lnTo>
                  <a:lnTo>
                    <a:pt x="94107" y="39116"/>
                  </a:lnTo>
                  <a:lnTo>
                    <a:pt x="96774" y="40131"/>
                  </a:lnTo>
                  <a:lnTo>
                    <a:pt x="107951" y="59848"/>
                  </a:lnTo>
                  <a:lnTo>
                    <a:pt x="121666" y="59848"/>
                  </a:lnTo>
                  <a:lnTo>
                    <a:pt x="121666" y="56514"/>
                  </a:lnTo>
                  <a:lnTo>
                    <a:pt x="120980" y="51943"/>
                  </a:lnTo>
                  <a:lnTo>
                    <a:pt x="120855" y="51307"/>
                  </a:lnTo>
                  <a:lnTo>
                    <a:pt x="119252" y="47117"/>
                  </a:lnTo>
                  <a:lnTo>
                    <a:pt x="117729" y="42925"/>
                  </a:lnTo>
                  <a:lnTo>
                    <a:pt x="115316" y="39369"/>
                  </a:lnTo>
                  <a:lnTo>
                    <a:pt x="114553" y="38607"/>
                  </a:lnTo>
                  <a:close/>
                </a:path>
                <a:path w="384175" h="132079">
                  <a:moveTo>
                    <a:pt x="173609" y="28320"/>
                  </a:moveTo>
                  <a:lnTo>
                    <a:pt x="163322" y="28320"/>
                  </a:lnTo>
                  <a:lnTo>
                    <a:pt x="157988" y="29210"/>
                  </a:lnTo>
                  <a:lnTo>
                    <a:pt x="129794" y="61722"/>
                  </a:lnTo>
                  <a:lnTo>
                    <a:pt x="129794" y="75184"/>
                  </a:lnTo>
                  <a:lnTo>
                    <a:pt x="130683" y="81025"/>
                  </a:lnTo>
                  <a:lnTo>
                    <a:pt x="132715" y="86106"/>
                  </a:lnTo>
                  <a:lnTo>
                    <a:pt x="134620" y="91059"/>
                  </a:lnTo>
                  <a:lnTo>
                    <a:pt x="137287" y="95250"/>
                  </a:lnTo>
                  <a:lnTo>
                    <a:pt x="140716" y="98425"/>
                  </a:lnTo>
                  <a:lnTo>
                    <a:pt x="144145" y="101726"/>
                  </a:lnTo>
                  <a:lnTo>
                    <a:pt x="148336" y="104267"/>
                  </a:lnTo>
                  <a:lnTo>
                    <a:pt x="153533" y="105918"/>
                  </a:lnTo>
                  <a:lnTo>
                    <a:pt x="157988" y="107442"/>
                  </a:lnTo>
                  <a:lnTo>
                    <a:pt x="163195" y="108204"/>
                  </a:lnTo>
                  <a:lnTo>
                    <a:pt x="172085" y="108204"/>
                  </a:lnTo>
                  <a:lnTo>
                    <a:pt x="174498" y="108076"/>
                  </a:lnTo>
                  <a:lnTo>
                    <a:pt x="176402" y="107695"/>
                  </a:lnTo>
                  <a:lnTo>
                    <a:pt x="178308" y="107442"/>
                  </a:lnTo>
                  <a:lnTo>
                    <a:pt x="180467" y="106934"/>
                  </a:lnTo>
                  <a:lnTo>
                    <a:pt x="182880" y="106299"/>
                  </a:lnTo>
                  <a:lnTo>
                    <a:pt x="184531" y="105918"/>
                  </a:lnTo>
                  <a:lnTo>
                    <a:pt x="186436" y="105282"/>
                  </a:lnTo>
                  <a:lnTo>
                    <a:pt x="190754" y="103505"/>
                  </a:lnTo>
                  <a:lnTo>
                    <a:pt x="192532" y="102869"/>
                  </a:lnTo>
                  <a:lnTo>
                    <a:pt x="193929" y="102235"/>
                  </a:lnTo>
                  <a:lnTo>
                    <a:pt x="193929" y="97155"/>
                  </a:lnTo>
                  <a:lnTo>
                    <a:pt x="161163" y="97155"/>
                  </a:lnTo>
                  <a:lnTo>
                    <a:pt x="155194" y="94614"/>
                  </a:lnTo>
                  <a:lnTo>
                    <a:pt x="150875" y="89535"/>
                  </a:lnTo>
                  <a:lnTo>
                    <a:pt x="146685" y="84455"/>
                  </a:lnTo>
                  <a:lnTo>
                    <a:pt x="144525" y="77469"/>
                  </a:lnTo>
                  <a:lnTo>
                    <a:pt x="144525" y="59181"/>
                  </a:lnTo>
                  <a:lnTo>
                    <a:pt x="146685" y="52069"/>
                  </a:lnTo>
                  <a:lnTo>
                    <a:pt x="151130" y="46989"/>
                  </a:lnTo>
                  <a:lnTo>
                    <a:pt x="155575" y="42037"/>
                  </a:lnTo>
                  <a:lnTo>
                    <a:pt x="161417" y="39497"/>
                  </a:lnTo>
                  <a:lnTo>
                    <a:pt x="193929" y="39497"/>
                  </a:lnTo>
                  <a:lnTo>
                    <a:pt x="193929" y="34162"/>
                  </a:lnTo>
                  <a:lnTo>
                    <a:pt x="190500" y="32638"/>
                  </a:lnTo>
                  <a:lnTo>
                    <a:pt x="186690" y="31242"/>
                  </a:lnTo>
                  <a:lnTo>
                    <a:pt x="178054" y="28956"/>
                  </a:lnTo>
                  <a:lnTo>
                    <a:pt x="173609" y="28320"/>
                  </a:lnTo>
                  <a:close/>
                </a:path>
                <a:path w="384175" h="132079">
                  <a:moveTo>
                    <a:pt x="193929" y="87756"/>
                  </a:moveTo>
                  <a:lnTo>
                    <a:pt x="193040" y="87756"/>
                  </a:lnTo>
                  <a:lnTo>
                    <a:pt x="189865" y="90550"/>
                  </a:lnTo>
                  <a:lnTo>
                    <a:pt x="186182" y="92710"/>
                  </a:lnTo>
                  <a:lnTo>
                    <a:pt x="177800" y="96266"/>
                  </a:lnTo>
                  <a:lnTo>
                    <a:pt x="173482" y="97155"/>
                  </a:lnTo>
                  <a:lnTo>
                    <a:pt x="193929" y="97155"/>
                  </a:lnTo>
                  <a:lnTo>
                    <a:pt x="193929" y="87756"/>
                  </a:lnTo>
                  <a:close/>
                </a:path>
                <a:path w="384175" h="132079">
                  <a:moveTo>
                    <a:pt x="193929" y="39497"/>
                  </a:moveTo>
                  <a:lnTo>
                    <a:pt x="171323" y="39497"/>
                  </a:lnTo>
                  <a:lnTo>
                    <a:pt x="173863" y="39750"/>
                  </a:lnTo>
                  <a:lnTo>
                    <a:pt x="176530" y="40512"/>
                  </a:lnTo>
                  <a:lnTo>
                    <a:pt x="179197" y="41148"/>
                  </a:lnTo>
                  <a:lnTo>
                    <a:pt x="181864" y="42037"/>
                  </a:lnTo>
                  <a:lnTo>
                    <a:pt x="181721" y="42037"/>
                  </a:lnTo>
                  <a:lnTo>
                    <a:pt x="183388" y="42925"/>
                  </a:lnTo>
                  <a:lnTo>
                    <a:pt x="193040" y="48641"/>
                  </a:lnTo>
                  <a:lnTo>
                    <a:pt x="193929" y="48641"/>
                  </a:lnTo>
                  <a:lnTo>
                    <a:pt x="193929" y="39497"/>
                  </a:lnTo>
                  <a:close/>
                </a:path>
                <a:path w="384175" h="132079">
                  <a:moveTo>
                    <a:pt x="263485" y="39750"/>
                  </a:moveTo>
                  <a:lnTo>
                    <a:pt x="237744" y="39750"/>
                  </a:lnTo>
                  <a:lnTo>
                    <a:pt x="242950" y="40512"/>
                  </a:lnTo>
                  <a:lnTo>
                    <a:pt x="245110" y="41148"/>
                  </a:lnTo>
                  <a:lnTo>
                    <a:pt x="252730" y="50800"/>
                  </a:lnTo>
                  <a:lnTo>
                    <a:pt x="252730" y="56261"/>
                  </a:lnTo>
                  <a:lnTo>
                    <a:pt x="245237" y="56642"/>
                  </a:lnTo>
                  <a:lnTo>
                    <a:pt x="238379" y="57150"/>
                  </a:lnTo>
                  <a:lnTo>
                    <a:pt x="201041" y="74549"/>
                  </a:lnTo>
                  <a:lnTo>
                    <a:pt x="199771" y="79120"/>
                  </a:lnTo>
                  <a:lnTo>
                    <a:pt x="199800" y="87884"/>
                  </a:lnTo>
                  <a:lnTo>
                    <a:pt x="221869" y="108712"/>
                  </a:lnTo>
                  <a:lnTo>
                    <a:pt x="229616" y="108712"/>
                  </a:lnTo>
                  <a:lnTo>
                    <a:pt x="249936" y="100203"/>
                  </a:lnTo>
                  <a:lnTo>
                    <a:pt x="251587" y="99187"/>
                  </a:lnTo>
                  <a:lnTo>
                    <a:pt x="252730" y="98425"/>
                  </a:lnTo>
                  <a:lnTo>
                    <a:pt x="266826" y="98425"/>
                  </a:lnTo>
                  <a:lnTo>
                    <a:pt x="266826" y="96774"/>
                  </a:lnTo>
                  <a:lnTo>
                    <a:pt x="225171" y="96774"/>
                  </a:lnTo>
                  <a:lnTo>
                    <a:pt x="221234" y="95757"/>
                  </a:lnTo>
                  <a:lnTo>
                    <a:pt x="218440" y="93472"/>
                  </a:lnTo>
                  <a:lnTo>
                    <a:pt x="215773" y="91186"/>
                  </a:lnTo>
                  <a:lnTo>
                    <a:pt x="214375" y="87884"/>
                  </a:lnTo>
                  <a:lnTo>
                    <a:pt x="214375" y="79629"/>
                  </a:lnTo>
                  <a:lnTo>
                    <a:pt x="239902" y="67691"/>
                  </a:lnTo>
                  <a:lnTo>
                    <a:pt x="249300" y="66801"/>
                  </a:lnTo>
                  <a:lnTo>
                    <a:pt x="252730" y="66548"/>
                  </a:lnTo>
                  <a:lnTo>
                    <a:pt x="266826" y="66548"/>
                  </a:lnTo>
                  <a:lnTo>
                    <a:pt x="266826" y="49403"/>
                  </a:lnTo>
                  <a:lnTo>
                    <a:pt x="266065" y="45338"/>
                  </a:lnTo>
                  <a:lnTo>
                    <a:pt x="263603" y="40005"/>
                  </a:lnTo>
                  <a:lnTo>
                    <a:pt x="263485" y="39750"/>
                  </a:lnTo>
                  <a:close/>
                </a:path>
                <a:path w="384175" h="132079">
                  <a:moveTo>
                    <a:pt x="266826" y="98425"/>
                  </a:moveTo>
                  <a:lnTo>
                    <a:pt x="252730" y="98425"/>
                  </a:lnTo>
                  <a:lnTo>
                    <a:pt x="252730" y="106553"/>
                  </a:lnTo>
                  <a:lnTo>
                    <a:pt x="266826" y="106553"/>
                  </a:lnTo>
                  <a:lnTo>
                    <a:pt x="266826" y="98425"/>
                  </a:lnTo>
                  <a:close/>
                </a:path>
                <a:path w="384175" h="132079">
                  <a:moveTo>
                    <a:pt x="266826" y="66548"/>
                  </a:moveTo>
                  <a:lnTo>
                    <a:pt x="252730" y="66548"/>
                  </a:lnTo>
                  <a:lnTo>
                    <a:pt x="252730" y="87756"/>
                  </a:lnTo>
                  <a:lnTo>
                    <a:pt x="249555" y="90297"/>
                  </a:lnTo>
                  <a:lnTo>
                    <a:pt x="246125" y="92456"/>
                  </a:lnTo>
                  <a:lnTo>
                    <a:pt x="242570" y="94234"/>
                  </a:lnTo>
                  <a:lnTo>
                    <a:pt x="238887" y="96012"/>
                  </a:lnTo>
                  <a:lnTo>
                    <a:pt x="234823" y="96774"/>
                  </a:lnTo>
                  <a:lnTo>
                    <a:pt x="266826" y="96774"/>
                  </a:lnTo>
                  <a:lnTo>
                    <a:pt x="266826" y="66548"/>
                  </a:lnTo>
                  <a:close/>
                </a:path>
                <a:path w="384175" h="132079">
                  <a:moveTo>
                    <a:pt x="238125" y="28193"/>
                  </a:moveTo>
                  <a:lnTo>
                    <a:pt x="227584" y="28193"/>
                  </a:lnTo>
                  <a:lnTo>
                    <a:pt x="222758" y="28701"/>
                  </a:lnTo>
                  <a:lnTo>
                    <a:pt x="212979" y="30225"/>
                  </a:lnTo>
                  <a:lnTo>
                    <a:pt x="209296" y="30987"/>
                  </a:lnTo>
                  <a:lnTo>
                    <a:pt x="206629" y="31750"/>
                  </a:lnTo>
                  <a:lnTo>
                    <a:pt x="206629" y="44831"/>
                  </a:lnTo>
                  <a:lnTo>
                    <a:pt x="207518" y="44831"/>
                  </a:lnTo>
                  <a:lnTo>
                    <a:pt x="211645" y="43180"/>
                  </a:lnTo>
                  <a:lnTo>
                    <a:pt x="216281" y="41782"/>
                  </a:lnTo>
                  <a:lnTo>
                    <a:pt x="225171" y="40005"/>
                  </a:lnTo>
                  <a:lnTo>
                    <a:pt x="227711" y="39750"/>
                  </a:lnTo>
                  <a:lnTo>
                    <a:pt x="263485" y="39750"/>
                  </a:lnTo>
                  <a:lnTo>
                    <a:pt x="263017" y="38735"/>
                  </a:lnTo>
                  <a:lnTo>
                    <a:pt x="242950" y="28701"/>
                  </a:lnTo>
                  <a:lnTo>
                    <a:pt x="238125" y="28193"/>
                  </a:lnTo>
                  <a:close/>
                </a:path>
                <a:path w="384175" h="132079">
                  <a:moveTo>
                    <a:pt x="300863" y="0"/>
                  </a:moveTo>
                  <a:lnTo>
                    <a:pt x="286766" y="0"/>
                  </a:lnTo>
                  <a:lnTo>
                    <a:pt x="286766" y="106553"/>
                  </a:lnTo>
                  <a:lnTo>
                    <a:pt x="300863" y="106553"/>
                  </a:lnTo>
                  <a:lnTo>
                    <a:pt x="300863" y="0"/>
                  </a:lnTo>
                  <a:close/>
                </a:path>
                <a:path w="384175" h="132079">
                  <a:moveTo>
                    <a:pt x="335915" y="0"/>
                  </a:moveTo>
                  <a:lnTo>
                    <a:pt x="321818" y="0"/>
                  </a:lnTo>
                  <a:lnTo>
                    <a:pt x="321818" y="106553"/>
                  </a:lnTo>
                  <a:lnTo>
                    <a:pt x="335915" y="106553"/>
                  </a:lnTo>
                  <a:lnTo>
                    <a:pt x="335915" y="0"/>
                  </a:lnTo>
                  <a:close/>
                </a:path>
                <a:path w="384175" h="132079">
                  <a:moveTo>
                    <a:pt x="383921" y="86994"/>
                  </a:moveTo>
                  <a:lnTo>
                    <a:pt x="365125" y="86994"/>
                  </a:lnTo>
                  <a:lnTo>
                    <a:pt x="351917" y="131825"/>
                  </a:lnTo>
                  <a:lnTo>
                    <a:pt x="362839" y="131825"/>
                  </a:lnTo>
                  <a:lnTo>
                    <a:pt x="383921" y="86994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41082" y="3798824"/>
              <a:ext cx="1801876" cy="135382"/>
            </a:xfrm>
            <a:prstGeom prst="rect">
              <a:avLst/>
            </a:prstGeom>
          </p:spPr>
        </p:pic>
      </p:grpSp>
      <p:grpSp>
        <p:nvGrpSpPr>
          <p:cNvPr id="41" name="object 41" descr=""/>
          <p:cNvGrpSpPr/>
          <p:nvPr/>
        </p:nvGrpSpPr>
        <p:grpSpPr>
          <a:xfrm>
            <a:off x="618477" y="4220210"/>
            <a:ext cx="10192385" cy="1391285"/>
            <a:chOff x="618477" y="4220210"/>
            <a:chExt cx="10192385" cy="1391285"/>
          </a:xfrm>
        </p:grpSpPr>
        <p:sp>
          <p:nvSpPr>
            <p:cNvPr id="42" name="object 42" descr=""/>
            <p:cNvSpPr/>
            <p:nvPr/>
          </p:nvSpPr>
          <p:spPr>
            <a:xfrm>
              <a:off x="618477" y="4430649"/>
              <a:ext cx="10192385" cy="1180465"/>
            </a:xfrm>
            <a:custGeom>
              <a:avLst/>
              <a:gdLst/>
              <a:ahLst/>
              <a:cxnLst/>
              <a:rect l="l" t="t" r="r" b="b"/>
              <a:pathLst>
                <a:path w="10192385" h="1180464">
                  <a:moveTo>
                    <a:pt x="65443" y="0"/>
                  </a:moveTo>
                  <a:lnTo>
                    <a:pt x="61341" y="508"/>
                  </a:lnTo>
                  <a:lnTo>
                    <a:pt x="22326" y="21463"/>
                  </a:lnTo>
                  <a:lnTo>
                    <a:pt x="1460" y="60452"/>
                  </a:lnTo>
                  <a:lnTo>
                    <a:pt x="0" y="75311"/>
                  </a:lnTo>
                  <a:lnTo>
                    <a:pt x="0" y="1167409"/>
                  </a:lnTo>
                  <a:lnTo>
                    <a:pt x="1727" y="1171575"/>
                  </a:lnTo>
                  <a:lnTo>
                    <a:pt x="8648" y="1178483"/>
                  </a:lnTo>
                  <a:lnTo>
                    <a:pt x="12814" y="1180223"/>
                  </a:lnTo>
                  <a:lnTo>
                    <a:pt x="10178935" y="1180223"/>
                  </a:lnTo>
                  <a:lnTo>
                    <a:pt x="10183126" y="1178483"/>
                  </a:lnTo>
                  <a:lnTo>
                    <a:pt x="10186047" y="1175512"/>
                  </a:lnTo>
                  <a:lnTo>
                    <a:pt x="10189984" y="1171575"/>
                  </a:lnTo>
                  <a:lnTo>
                    <a:pt x="10191762" y="1167409"/>
                  </a:lnTo>
                  <a:lnTo>
                    <a:pt x="10191762" y="1161173"/>
                  </a:lnTo>
                  <a:lnTo>
                    <a:pt x="19050" y="1161173"/>
                  </a:lnTo>
                  <a:lnTo>
                    <a:pt x="19050" y="75311"/>
                  </a:lnTo>
                  <a:lnTo>
                    <a:pt x="28676" y="33020"/>
                  </a:lnTo>
                  <a:lnTo>
                    <a:pt x="61341" y="1016"/>
                  </a:lnTo>
                  <a:lnTo>
                    <a:pt x="65443" y="0"/>
                  </a:lnTo>
                  <a:close/>
                </a:path>
                <a:path w="10192385" h="1180464">
                  <a:moveTo>
                    <a:pt x="10130720" y="1181"/>
                  </a:moveTo>
                  <a:lnTo>
                    <a:pt x="10144391" y="8763"/>
                  </a:lnTo>
                  <a:lnTo>
                    <a:pt x="10168394" y="46101"/>
                  </a:lnTo>
                  <a:lnTo>
                    <a:pt x="10172712" y="75311"/>
                  </a:lnTo>
                  <a:lnTo>
                    <a:pt x="10172712" y="1161173"/>
                  </a:lnTo>
                  <a:lnTo>
                    <a:pt x="10191762" y="1161173"/>
                  </a:lnTo>
                  <a:lnTo>
                    <a:pt x="10191762" y="75311"/>
                  </a:lnTo>
                  <a:lnTo>
                    <a:pt x="10178935" y="33020"/>
                  </a:lnTo>
                  <a:lnTo>
                    <a:pt x="10144645" y="4953"/>
                  </a:lnTo>
                  <a:lnTo>
                    <a:pt x="10130720" y="1181"/>
                  </a:lnTo>
                  <a:close/>
                </a:path>
                <a:path w="10192385" h="1180464">
                  <a:moveTo>
                    <a:pt x="10126357" y="0"/>
                  </a:moveTo>
                  <a:lnTo>
                    <a:pt x="10130720" y="1181"/>
                  </a:lnTo>
                  <a:lnTo>
                    <a:pt x="10130421" y="1016"/>
                  </a:lnTo>
                  <a:lnTo>
                    <a:pt x="10126357" y="0"/>
                  </a:lnTo>
                  <a:close/>
                </a:path>
              </a:pathLst>
            </a:custGeom>
            <a:solidFill>
              <a:srgbClr val="D7D3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18490" y="4220210"/>
              <a:ext cx="10191750" cy="419100"/>
            </a:xfrm>
            <a:custGeom>
              <a:avLst/>
              <a:gdLst/>
              <a:ahLst/>
              <a:cxnLst/>
              <a:rect l="l" t="t" r="r" b="b"/>
              <a:pathLst>
                <a:path w="10191750" h="419100">
                  <a:moveTo>
                    <a:pt x="5109464" y="0"/>
                  </a:moveTo>
                  <a:lnTo>
                    <a:pt x="5086223" y="0"/>
                  </a:lnTo>
                  <a:lnTo>
                    <a:pt x="5045456" y="5334"/>
                  </a:lnTo>
                  <a:lnTo>
                    <a:pt x="5006594" y="18542"/>
                  </a:lnTo>
                  <a:lnTo>
                    <a:pt x="4971034" y="39116"/>
                  </a:lnTo>
                  <a:lnTo>
                    <a:pt x="4940046" y="66167"/>
                  </a:lnTo>
                  <a:lnTo>
                    <a:pt x="4915027" y="98806"/>
                  </a:lnTo>
                  <a:lnTo>
                    <a:pt x="4896866" y="135636"/>
                  </a:lnTo>
                  <a:lnTo>
                    <a:pt x="4886198" y="175387"/>
                  </a:lnTo>
                  <a:lnTo>
                    <a:pt x="4884420" y="190500"/>
                  </a:lnTo>
                  <a:lnTo>
                    <a:pt x="15341" y="190500"/>
                  </a:lnTo>
                  <a:lnTo>
                    <a:pt x="0" y="205867"/>
                  </a:lnTo>
                  <a:lnTo>
                    <a:pt x="0" y="266700"/>
                  </a:lnTo>
                  <a:lnTo>
                    <a:pt x="4891405" y="266700"/>
                  </a:lnTo>
                  <a:lnTo>
                    <a:pt x="4894580" y="276987"/>
                  </a:lnTo>
                  <a:lnTo>
                    <a:pt x="4911471" y="314325"/>
                  </a:lnTo>
                  <a:lnTo>
                    <a:pt x="4935474" y="347725"/>
                  </a:lnTo>
                  <a:lnTo>
                    <a:pt x="4965446" y="375919"/>
                  </a:lnTo>
                  <a:lnTo>
                    <a:pt x="5000371" y="397637"/>
                  </a:lnTo>
                  <a:lnTo>
                    <a:pt x="5038852" y="412115"/>
                  </a:lnTo>
                  <a:lnTo>
                    <a:pt x="5079365" y="418719"/>
                  </a:lnTo>
                  <a:lnTo>
                    <a:pt x="5086223" y="419100"/>
                  </a:lnTo>
                  <a:lnTo>
                    <a:pt x="5109464" y="419100"/>
                  </a:lnTo>
                  <a:lnTo>
                    <a:pt x="5170043" y="408050"/>
                  </a:lnTo>
                  <a:lnTo>
                    <a:pt x="5207508" y="391160"/>
                  </a:lnTo>
                  <a:lnTo>
                    <a:pt x="5240909" y="367156"/>
                  </a:lnTo>
                  <a:lnTo>
                    <a:pt x="5268976" y="337185"/>
                  </a:lnTo>
                  <a:lnTo>
                    <a:pt x="5290693" y="302260"/>
                  </a:lnTo>
                  <a:lnTo>
                    <a:pt x="5304282" y="266700"/>
                  </a:lnTo>
                  <a:lnTo>
                    <a:pt x="10191750" y="266700"/>
                  </a:lnTo>
                  <a:lnTo>
                    <a:pt x="10191750" y="205867"/>
                  </a:lnTo>
                  <a:lnTo>
                    <a:pt x="10176383" y="190500"/>
                  </a:lnTo>
                  <a:lnTo>
                    <a:pt x="5311267" y="190500"/>
                  </a:lnTo>
                  <a:lnTo>
                    <a:pt x="5310505" y="182244"/>
                  </a:lnTo>
                  <a:lnTo>
                    <a:pt x="5301234" y="142112"/>
                  </a:lnTo>
                  <a:lnTo>
                    <a:pt x="5284216" y="104648"/>
                  </a:lnTo>
                  <a:lnTo>
                    <a:pt x="5260213" y="71247"/>
                  </a:lnTo>
                  <a:lnTo>
                    <a:pt x="5230241" y="43180"/>
                  </a:lnTo>
                  <a:lnTo>
                    <a:pt x="5195316" y="21462"/>
                  </a:lnTo>
                  <a:lnTo>
                    <a:pt x="5156962" y="6985"/>
                  </a:lnTo>
                  <a:lnTo>
                    <a:pt x="5116322" y="381"/>
                  </a:lnTo>
                  <a:lnTo>
                    <a:pt x="5109464" y="0"/>
                  </a:lnTo>
                  <a:close/>
                </a:path>
              </a:pathLst>
            </a:custGeom>
            <a:solidFill>
              <a:srgbClr val="DF4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622162" y="4352785"/>
              <a:ext cx="177253" cy="152285"/>
            </a:xfrm>
            <a:prstGeom prst="rect">
              <a:avLst/>
            </a:prstGeom>
          </p:spPr>
        </p:pic>
      </p:grpSp>
      <p:sp>
        <p:nvSpPr>
          <p:cNvPr id="45" name="object 45" descr=""/>
          <p:cNvSpPr txBox="1"/>
          <p:nvPr/>
        </p:nvSpPr>
        <p:spPr>
          <a:xfrm>
            <a:off x="766063" y="4676099"/>
            <a:ext cx="9640570" cy="57658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450">
                <a:solidFill>
                  <a:srgbClr val="373737"/>
                </a:solidFill>
                <a:latin typeface="Georgia"/>
                <a:cs typeface="Georgia"/>
              </a:rPr>
              <a:t>Feature</a:t>
            </a:r>
            <a:r>
              <a:rPr dirty="0" sz="1450" spc="-45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dirty="0" sz="1450" spc="-10">
                <a:solidFill>
                  <a:srgbClr val="373737"/>
                </a:solidFill>
                <a:latin typeface="Georgia"/>
                <a:cs typeface="Georgia"/>
              </a:rPr>
              <a:t>Importance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Ranks</a:t>
            </a:r>
            <a:r>
              <a:rPr dirty="0" sz="110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the</a:t>
            </a:r>
            <a:r>
              <a:rPr dirty="0" sz="1100" spc="1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significance</a:t>
            </a:r>
            <a:r>
              <a:rPr dirty="0" sz="1100" spc="1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of</a:t>
            </a:r>
            <a:r>
              <a:rPr dirty="0" sz="1100" spc="1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each</a:t>
            </a:r>
            <a:r>
              <a:rPr dirty="0" sz="1100" spc="1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feature</a:t>
            </a:r>
            <a:r>
              <a:rPr dirty="0" sz="1100" spc="1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in</a:t>
            </a:r>
            <a:r>
              <a:rPr dirty="0" sz="1100" spc="1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predicting</a:t>
            </a:r>
            <a:r>
              <a:rPr dirty="0" sz="110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health</a:t>
            </a:r>
            <a:r>
              <a:rPr dirty="0" sz="1100" spc="1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risks,</a:t>
            </a:r>
            <a:r>
              <a:rPr dirty="0" sz="110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offering</a:t>
            </a:r>
            <a:r>
              <a:rPr dirty="0" sz="1100" spc="1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crucial</a:t>
            </a:r>
            <a:r>
              <a:rPr dirty="0" sz="1100" spc="1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insights</a:t>
            </a:r>
            <a:r>
              <a:rPr dirty="0" sz="110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into</a:t>
            </a:r>
            <a:r>
              <a:rPr dirty="0" sz="110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which</a:t>
            </a:r>
            <a:r>
              <a:rPr dirty="0" sz="1100" spc="15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vital</a:t>
            </a:r>
            <a:r>
              <a:rPr dirty="0" sz="110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signs</a:t>
            </a:r>
            <a:r>
              <a:rPr dirty="0" sz="1100" spc="1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are</a:t>
            </a:r>
            <a:r>
              <a:rPr dirty="0" sz="1100" spc="1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most</a:t>
            </a:r>
            <a:r>
              <a:rPr dirty="0" sz="1100" spc="16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influential</a:t>
            </a:r>
            <a:r>
              <a:rPr dirty="0" sz="1100" spc="15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for</a:t>
            </a:r>
            <a:r>
              <a:rPr dirty="0" sz="1100" spc="1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early</a:t>
            </a:r>
            <a:r>
              <a:rPr dirty="0" sz="1100" spc="14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73737"/>
                </a:solidFill>
                <a:latin typeface="Tahoma"/>
                <a:cs typeface="Tahoma"/>
              </a:rPr>
              <a:t>detection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6" name="object 46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83132" y="5283860"/>
            <a:ext cx="2460193" cy="135483"/>
          </a:xfrm>
          <a:prstGeom prst="rect">
            <a:avLst/>
          </a:prstGeom>
        </p:spPr>
      </p:pic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606044" y="1058926"/>
            <a:ext cx="6983095" cy="4679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 spc="-10"/>
              <a:t>Post-</a:t>
            </a:r>
            <a:r>
              <a:rPr dirty="0" sz="2900"/>
              <a:t>Deployment</a:t>
            </a:r>
            <a:r>
              <a:rPr dirty="0" sz="2900" spc="155"/>
              <a:t> </a:t>
            </a:r>
            <a:r>
              <a:rPr dirty="0" sz="2900"/>
              <a:t>Analytical</a:t>
            </a:r>
            <a:r>
              <a:rPr dirty="0" sz="2900" spc="114"/>
              <a:t> </a:t>
            </a:r>
            <a:r>
              <a:rPr dirty="0" sz="2900" spc="-10"/>
              <a:t>Visualisations</a:t>
            </a:r>
            <a:endParaRPr sz="2900"/>
          </a:p>
        </p:txBody>
      </p:sp>
      <p:sp>
        <p:nvSpPr>
          <p:cNvPr id="48" name="object 48" descr=""/>
          <p:cNvSpPr txBox="1"/>
          <p:nvPr/>
        </p:nvSpPr>
        <p:spPr>
          <a:xfrm>
            <a:off x="606044" y="1627606"/>
            <a:ext cx="10069830" cy="407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900"/>
              </a:lnSpc>
              <a:spcBef>
                <a:spcPts val="95"/>
              </a:spcBef>
            </a:pP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Upon</a:t>
            </a:r>
            <a:r>
              <a:rPr dirty="0" sz="1100" spc="19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successful</a:t>
            </a:r>
            <a:r>
              <a:rPr dirty="0" sz="1100" spc="1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deployment,</a:t>
            </a:r>
            <a:r>
              <a:rPr dirty="0" sz="1100" spc="19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our</a:t>
            </a:r>
            <a:r>
              <a:rPr dirty="0" sz="1100" spc="18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system</a:t>
            </a:r>
            <a:r>
              <a:rPr dirty="0" sz="1100" spc="1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will</a:t>
            </a:r>
            <a:r>
              <a:rPr dirty="0" sz="1100" spc="18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generate</a:t>
            </a:r>
            <a:r>
              <a:rPr dirty="0" sz="1100" spc="1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a</a:t>
            </a:r>
            <a:r>
              <a:rPr dirty="0" sz="1100" spc="1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suite</a:t>
            </a:r>
            <a:r>
              <a:rPr dirty="0" sz="1100" spc="17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of</a:t>
            </a:r>
            <a:r>
              <a:rPr dirty="0" sz="1100" spc="1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analytical</a:t>
            </a:r>
            <a:r>
              <a:rPr dirty="0" sz="1100" spc="19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visualisations</a:t>
            </a:r>
            <a:r>
              <a:rPr dirty="0" sz="1100" spc="18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dirty="0" sz="1100" spc="18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provide</a:t>
            </a:r>
            <a:r>
              <a:rPr dirty="0" sz="1100" spc="1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continuous</a:t>
            </a:r>
            <a:r>
              <a:rPr dirty="0" sz="1100" spc="1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insights</a:t>
            </a:r>
            <a:r>
              <a:rPr dirty="0" sz="1100" spc="19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into</a:t>
            </a:r>
            <a:r>
              <a:rPr dirty="0" sz="1100" spc="18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patient</a:t>
            </a:r>
            <a:r>
              <a:rPr dirty="0" sz="1100" spc="20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health</a:t>
            </a:r>
            <a:r>
              <a:rPr dirty="0" sz="1100" spc="18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data</a:t>
            </a:r>
            <a:r>
              <a:rPr dirty="0" sz="1100" spc="19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100" spc="18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73737"/>
                </a:solidFill>
                <a:latin typeface="Tahoma"/>
                <a:cs typeface="Tahoma"/>
              </a:rPr>
              <a:t>model </a:t>
            </a:r>
            <a:r>
              <a:rPr dirty="0" sz="1100" spc="20">
                <a:solidFill>
                  <a:srgbClr val="373737"/>
                </a:solidFill>
                <a:latin typeface="Tahoma"/>
                <a:cs typeface="Tahoma"/>
              </a:rPr>
              <a:t>performance.</a:t>
            </a:r>
            <a:r>
              <a:rPr dirty="0" sz="1100" spc="1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373737"/>
                </a:solidFill>
                <a:latin typeface="Tahoma"/>
                <a:cs typeface="Tahoma"/>
              </a:rPr>
              <a:t>These</a:t>
            </a:r>
            <a:r>
              <a:rPr dirty="0" sz="1100" spc="1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373737"/>
                </a:solidFill>
                <a:latin typeface="Tahoma"/>
                <a:cs typeface="Tahoma"/>
              </a:rPr>
              <a:t>visualisations</a:t>
            </a:r>
            <a:r>
              <a:rPr dirty="0" sz="1100" spc="1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373737"/>
                </a:solidFill>
                <a:latin typeface="Tahoma"/>
                <a:cs typeface="Tahoma"/>
              </a:rPr>
              <a:t>are</a:t>
            </a:r>
            <a:r>
              <a:rPr dirty="0" sz="1100" spc="114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373737"/>
                </a:solidFill>
                <a:latin typeface="Tahoma"/>
                <a:cs typeface="Tahoma"/>
              </a:rPr>
              <a:t>crucial</a:t>
            </a:r>
            <a:r>
              <a:rPr dirty="0" sz="1100" spc="11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373737"/>
                </a:solidFill>
                <a:latin typeface="Tahoma"/>
                <a:cs typeface="Tahoma"/>
              </a:rPr>
              <a:t>for</a:t>
            </a:r>
            <a:r>
              <a:rPr dirty="0" sz="1100" spc="114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373737"/>
                </a:solidFill>
                <a:latin typeface="Tahoma"/>
                <a:cs typeface="Tahoma"/>
              </a:rPr>
              <a:t>understanding</a:t>
            </a:r>
            <a:r>
              <a:rPr dirty="0" sz="1100" spc="114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373737"/>
                </a:solidFill>
                <a:latin typeface="Tahoma"/>
                <a:cs typeface="Tahoma"/>
              </a:rPr>
              <a:t>data</a:t>
            </a:r>
            <a:r>
              <a:rPr dirty="0" sz="1100" spc="14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373737"/>
                </a:solidFill>
                <a:latin typeface="Tahoma"/>
                <a:cs typeface="Tahoma"/>
              </a:rPr>
              <a:t>characteristics,</a:t>
            </a:r>
            <a:r>
              <a:rPr dirty="0" sz="1100" spc="1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373737"/>
                </a:solidFill>
                <a:latin typeface="Tahoma"/>
                <a:cs typeface="Tahoma"/>
              </a:rPr>
              <a:t>model</a:t>
            </a:r>
            <a:r>
              <a:rPr dirty="0" sz="1100" spc="114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373737"/>
                </a:solidFill>
                <a:latin typeface="Tahoma"/>
                <a:cs typeface="Tahoma"/>
              </a:rPr>
              <a:t>effectiveness,</a:t>
            </a:r>
            <a:r>
              <a:rPr dirty="0" sz="1100" spc="12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dirty="0" sz="1100" spc="1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373737"/>
                </a:solidFill>
                <a:latin typeface="Tahoma"/>
                <a:cs typeface="Tahoma"/>
              </a:rPr>
              <a:t>informing</a:t>
            </a:r>
            <a:r>
              <a:rPr dirty="0" sz="1100" spc="12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373737"/>
                </a:solidFill>
                <a:latin typeface="Tahoma"/>
                <a:cs typeface="Tahoma"/>
              </a:rPr>
              <a:t>clinical</a:t>
            </a:r>
            <a:r>
              <a:rPr dirty="0" sz="1100" spc="114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73737"/>
                </a:solidFill>
                <a:latin typeface="Tahoma"/>
                <a:cs typeface="Tahoma"/>
              </a:rPr>
              <a:t>decisions.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619125" y="808228"/>
            <a:ext cx="1504950" cy="238125"/>
            <a:chOff x="619125" y="808228"/>
            <a:chExt cx="1504950" cy="238125"/>
          </a:xfrm>
        </p:grpSpPr>
        <p:sp>
          <p:nvSpPr>
            <p:cNvPr id="50" name="object 50" descr=""/>
            <p:cNvSpPr/>
            <p:nvPr/>
          </p:nvSpPr>
          <p:spPr>
            <a:xfrm>
              <a:off x="619125" y="808228"/>
              <a:ext cx="1504950" cy="238125"/>
            </a:xfrm>
            <a:custGeom>
              <a:avLst/>
              <a:gdLst/>
              <a:ahLst/>
              <a:cxnLst/>
              <a:rect l="l" t="t" r="r" b="b"/>
              <a:pathLst>
                <a:path w="1504950" h="238125">
                  <a:moveTo>
                    <a:pt x="1492631" y="0"/>
                  </a:moveTo>
                  <a:lnTo>
                    <a:pt x="12280" y="0"/>
                  </a:lnTo>
                  <a:lnTo>
                    <a:pt x="10477" y="253"/>
                  </a:lnTo>
                  <a:lnTo>
                    <a:pt x="0" y="12191"/>
                  </a:lnTo>
                  <a:lnTo>
                    <a:pt x="0" y="225805"/>
                  </a:lnTo>
                  <a:lnTo>
                    <a:pt x="12280" y="238125"/>
                  </a:lnTo>
                  <a:lnTo>
                    <a:pt x="1492631" y="238125"/>
                  </a:lnTo>
                  <a:lnTo>
                    <a:pt x="1504950" y="225805"/>
                  </a:lnTo>
                  <a:lnTo>
                    <a:pt x="1504950" y="12191"/>
                  </a:lnTo>
                  <a:lnTo>
                    <a:pt x="1494408" y="253"/>
                  </a:lnTo>
                  <a:lnTo>
                    <a:pt x="1492631" y="0"/>
                  </a:lnTo>
                  <a:close/>
                </a:path>
              </a:pathLst>
            </a:custGeom>
            <a:solidFill>
              <a:srgbClr val="FFDE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02373" y="862872"/>
              <a:ext cx="118064" cy="118075"/>
            </a:xfrm>
            <a:prstGeom prst="rect">
              <a:avLst/>
            </a:prstGeom>
          </p:spPr>
        </p:pic>
      </p:grpSp>
      <p:sp>
        <p:nvSpPr>
          <p:cNvPr id="52" name="object 52" descr=""/>
          <p:cNvSpPr txBox="1"/>
          <p:nvPr/>
        </p:nvSpPr>
        <p:spPr>
          <a:xfrm>
            <a:off x="619125" y="808228"/>
            <a:ext cx="1504950" cy="23812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2540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373737"/>
                </a:solidFill>
                <a:latin typeface="Tahoma"/>
                <a:cs typeface="Tahoma"/>
              </a:rPr>
              <a:t>ANALYTICAL</a:t>
            </a:r>
            <a:r>
              <a:rPr dirty="0" sz="900" spc="5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373737"/>
                </a:solidFill>
                <a:latin typeface="Tahoma"/>
                <a:cs typeface="Tahoma"/>
              </a:rPr>
              <a:t>OUTPUTS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2026-02-24T05:40:50Z</dcterms:created>
  <dcterms:modified xsi:type="dcterms:W3CDTF">2026-02-24T05:40:50Z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2026-02-24T00:00:00Z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2026-02-24T00:00:00Z</vt:filetime>
  </property>
  <property fmtid="{D5CDD505-2E9C-101B-9397-08002B2CF9AE}" pid="5" name="Producer">
    <vt:lpwstr>Microsoft® Word for Microsoft 365</vt:lpwstr>
  </property>
</Properties>
</file>