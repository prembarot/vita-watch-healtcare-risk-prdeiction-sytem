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7" r:id="rId1"/>
  </p:sldMasterIdLst>
  <p:notesMasterIdLst>
    <p:notesMasterId r:id="rId14"/>
  </p:notesMasterIdLst>
  <p:handoutMasterIdLst>
    <p:handoutMasterId r:id="rId15"/>
  </p:handoutMasterIdLst>
  <p:sldIdLst>
    <p:sldId id="285" r:id="rId2"/>
    <p:sldId id="287" r:id="rId3"/>
    <p:sldId id="294" r:id="rId4"/>
    <p:sldId id="298" r:id="rId5"/>
    <p:sldId id="302" r:id="rId6"/>
    <p:sldId id="303" r:id="rId7"/>
    <p:sldId id="304" r:id="rId8"/>
    <p:sldId id="305" r:id="rId9"/>
    <p:sldId id="306" r:id="rId10"/>
    <p:sldId id="307" r:id="rId11"/>
    <p:sldId id="308" r:id="rId12"/>
    <p:sldId id="309" r:id="rId13"/>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A441C7-CD16-4BFF-A4C2-770257F96FA8}" v="1148" dt="2024-12-28T11:38:14.6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00" autoAdjust="0"/>
    <p:restoredTop sz="94095" autoAdjust="0"/>
  </p:normalViewPr>
  <p:slideViewPr>
    <p:cSldViewPr snapToGrid="0">
      <p:cViewPr varScale="1">
        <p:scale>
          <a:sx n="95" d="100"/>
          <a:sy n="95" d="100"/>
        </p:scale>
        <p:origin x="200" y="4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34DD60-5605-A9E2-A24F-6B5BDFC5935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682BC60A-5F28-70CF-BE1B-8C38497D0E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A242BD6-A26B-4598-B36E-1FDFB7AA021F}" type="datetime1">
              <a:rPr lang="en-US"/>
              <a:pPr>
                <a:defRPr/>
              </a:pPr>
              <a:t>12/28/2024</a:t>
            </a:fld>
            <a:endParaRPr lang="en-US"/>
          </a:p>
        </p:txBody>
      </p:sp>
      <p:sp>
        <p:nvSpPr>
          <p:cNvPr id="4" name="Footer Placeholder 3">
            <a:extLst>
              <a:ext uri="{FF2B5EF4-FFF2-40B4-BE49-F238E27FC236}">
                <a16:creationId xmlns:a16="http://schemas.microsoft.com/office/drawing/2014/main" id="{F5F78FE5-BEB2-6FD4-4ED4-1873958DD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r>
              <a:rPr lang="en-US"/>
              <a:t>&lt;&lt;Enrollment No&gt;&gt;</a:t>
            </a:r>
          </a:p>
        </p:txBody>
      </p:sp>
      <p:sp>
        <p:nvSpPr>
          <p:cNvPr id="5" name="Slide Number Placeholder 4">
            <a:extLst>
              <a:ext uri="{FF2B5EF4-FFF2-40B4-BE49-F238E27FC236}">
                <a16:creationId xmlns:a16="http://schemas.microsoft.com/office/drawing/2014/main" id="{FC98C54B-EFCB-734B-8ACC-2C91662CA194}"/>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Calibri" panose="020F0502020204030204" pitchFamily="34" charset="0"/>
              </a:defRPr>
            </a:lvl1pPr>
          </a:lstStyle>
          <a:p>
            <a:pPr>
              <a:defRPr/>
            </a:pPr>
            <a:fld id="{3BC90280-B263-48FD-9A1B-91A2A116C44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15BEFA-E7E2-E59A-FCBB-AED26CD59B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5DCF41A-DB75-518A-9E38-028EE0EB60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E3886-277D-42E1-8F1A-4C7678780198}" type="datetime1">
              <a:rPr lang="en-US"/>
              <a:pPr>
                <a:defRPr/>
              </a:pPr>
              <a:t>12/28/2024</a:t>
            </a:fld>
            <a:endParaRPr lang="en-US"/>
          </a:p>
        </p:txBody>
      </p:sp>
      <p:sp>
        <p:nvSpPr>
          <p:cNvPr id="4" name="Slide Image Placeholder 3">
            <a:extLst>
              <a:ext uri="{FF2B5EF4-FFF2-40B4-BE49-F238E27FC236}">
                <a16:creationId xmlns:a16="http://schemas.microsoft.com/office/drawing/2014/main" id="{9819C201-B643-1725-5C4E-80A98ABDBD42}"/>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F879A04-CA18-143E-FBBF-FB871212A32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922E6B0-291C-AF00-637F-DC656C276D2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r>
              <a:rPr lang="en-US"/>
              <a:t>&lt;&lt;Enrollment No&gt;&gt;</a:t>
            </a:r>
          </a:p>
        </p:txBody>
      </p:sp>
      <p:sp>
        <p:nvSpPr>
          <p:cNvPr id="7" name="Slide Number Placeholder 6">
            <a:extLst>
              <a:ext uri="{FF2B5EF4-FFF2-40B4-BE49-F238E27FC236}">
                <a16:creationId xmlns:a16="http://schemas.microsoft.com/office/drawing/2014/main" id="{FA3F04F8-70EC-0551-7818-E98DC808A934}"/>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Calibri" panose="020F0502020204030204" pitchFamily="34" charset="0"/>
              </a:defRPr>
            </a:lvl1pPr>
          </a:lstStyle>
          <a:p>
            <a:pPr>
              <a:defRPr/>
            </a:pPr>
            <a:fld id="{4E221BF6-6D26-475C-83A7-16B97FF59D2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55DE2D16-1567-A5A1-075B-5B24231DA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Notes Placeholder 2">
            <a:extLst>
              <a:ext uri="{FF2B5EF4-FFF2-40B4-BE49-F238E27FC236}">
                <a16:creationId xmlns:a16="http://schemas.microsoft.com/office/drawing/2014/main" id="{2C7689D6-3D95-C816-BF0E-DD5C9B1D28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5" name="Date Placeholder 3">
            <a:extLst>
              <a:ext uri="{FF2B5EF4-FFF2-40B4-BE49-F238E27FC236}">
                <a16:creationId xmlns:a16="http://schemas.microsoft.com/office/drawing/2014/main" id="{728146AF-0A61-02EB-1EBF-A31505A4FB85}"/>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2CE6D61-15E1-499F-83BC-EC8FA3AFFB86}" type="datetime1">
              <a:rPr lang="en-US" altLang="en-US" smtClean="0"/>
              <a:pPr fontAlgn="base">
                <a:spcBef>
                  <a:spcPct val="0"/>
                </a:spcBef>
                <a:spcAft>
                  <a:spcPct val="0"/>
                </a:spcAft>
              </a:pPr>
              <a:t>12/28/2024</a:t>
            </a:fld>
            <a:endParaRPr lang="en-US" altLang="en-US"/>
          </a:p>
        </p:txBody>
      </p:sp>
      <p:sp>
        <p:nvSpPr>
          <p:cNvPr id="18436" name="Slide Number Placeholder 4">
            <a:extLst>
              <a:ext uri="{FF2B5EF4-FFF2-40B4-BE49-F238E27FC236}">
                <a16:creationId xmlns:a16="http://schemas.microsoft.com/office/drawing/2014/main" id="{A36D1A9E-F249-1E22-43A1-A03B18899C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BCB1541-E542-44EC-BBAD-53BAE91481B3}" type="slidenum">
              <a:rPr lang="en-US" altLang="en-US" smtClean="0"/>
              <a:pPr fontAlgn="base">
                <a:spcBef>
                  <a:spcPct val="0"/>
                </a:spcBef>
                <a:spcAft>
                  <a:spcPct val="0"/>
                </a:spcAft>
              </a:pPr>
              <a:t>1</a:t>
            </a:fld>
            <a:endParaRPr lang="en-US" altLang="en-US"/>
          </a:p>
        </p:txBody>
      </p:sp>
      <p:sp>
        <p:nvSpPr>
          <p:cNvPr id="18437" name="Header Placeholder 1">
            <a:extLst>
              <a:ext uri="{FF2B5EF4-FFF2-40B4-BE49-F238E27FC236}">
                <a16:creationId xmlns:a16="http://schemas.microsoft.com/office/drawing/2014/main" id="{C116D435-9558-036E-9BAF-EF135A1FAFE9}"/>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18438" name="Footer Placeholder 2">
            <a:extLst>
              <a:ext uri="{FF2B5EF4-FFF2-40B4-BE49-F238E27FC236}">
                <a16:creationId xmlns:a16="http://schemas.microsoft.com/office/drawing/2014/main" id="{23C68577-E611-8D02-E90E-E916F329E0C4}"/>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76CDFF6D-3153-D85F-0C38-0D685BE334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176879D0-C3EA-F5F6-50AC-F749DDB2D3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3" name="Date Placeholder 3">
            <a:extLst>
              <a:ext uri="{FF2B5EF4-FFF2-40B4-BE49-F238E27FC236}">
                <a16:creationId xmlns:a16="http://schemas.microsoft.com/office/drawing/2014/main" id="{C1ACD68B-E708-167E-64BE-1523CBC36D2A}"/>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FE6A82F-1893-4FAC-9540-4832A1952E81}" type="datetime1">
              <a:rPr lang="en-US" altLang="en-US" smtClean="0"/>
              <a:pPr fontAlgn="base">
                <a:spcBef>
                  <a:spcPct val="0"/>
                </a:spcBef>
                <a:spcAft>
                  <a:spcPct val="0"/>
                </a:spcAft>
              </a:pPr>
              <a:t>12/28/2024</a:t>
            </a:fld>
            <a:endParaRPr lang="en-US" altLang="en-US"/>
          </a:p>
        </p:txBody>
      </p:sp>
      <p:sp>
        <p:nvSpPr>
          <p:cNvPr id="20484" name="Slide Number Placeholder 4">
            <a:extLst>
              <a:ext uri="{FF2B5EF4-FFF2-40B4-BE49-F238E27FC236}">
                <a16:creationId xmlns:a16="http://schemas.microsoft.com/office/drawing/2014/main" id="{70C7AB6C-393B-1F69-9743-4641FB69B5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C9C7ABD-E2A4-4D35-A533-13FAFFAD4AD6}" type="slidenum">
              <a:rPr lang="en-US" altLang="en-US" smtClean="0"/>
              <a:pPr fontAlgn="base">
                <a:spcBef>
                  <a:spcPct val="0"/>
                </a:spcBef>
                <a:spcAft>
                  <a:spcPct val="0"/>
                </a:spcAft>
              </a:pPr>
              <a:t>2</a:t>
            </a:fld>
            <a:endParaRPr lang="en-US" altLang="en-US"/>
          </a:p>
        </p:txBody>
      </p:sp>
      <p:sp>
        <p:nvSpPr>
          <p:cNvPr id="20485" name="Header Placeholder 1">
            <a:extLst>
              <a:ext uri="{FF2B5EF4-FFF2-40B4-BE49-F238E27FC236}">
                <a16:creationId xmlns:a16="http://schemas.microsoft.com/office/drawing/2014/main" id="{230D0E10-6FC6-10FB-D627-2888AB9A6ECF}"/>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20486" name="Footer Placeholder 2">
            <a:extLst>
              <a:ext uri="{FF2B5EF4-FFF2-40B4-BE49-F238E27FC236}">
                <a16:creationId xmlns:a16="http://schemas.microsoft.com/office/drawing/2014/main" id="{7650D875-066F-F2DA-ECD2-5966204AF158}"/>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83D3B99C-BE94-7F98-51AC-9468FA2E9B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377AEB1C-350A-922A-0588-42C9F884DB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1" name="Date Placeholder 3">
            <a:extLst>
              <a:ext uri="{FF2B5EF4-FFF2-40B4-BE49-F238E27FC236}">
                <a16:creationId xmlns:a16="http://schemas.microsoft.com/office/drawing/2014/main" id="{76B605D9-6B85-31FB-0D74-E1B54A4E5E24}"/>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98BE152-D25E-4E5D-A7B3-15609DD1F582}" type="datetime1">
              <a:rPr lang="en-US" altLang="en-US" smtClean="0"/>
              <a:pPr fontAlgn="base">
                <a:spcBef>
                  <a:spcPct val="0"/>
                </a:spcBef>
                <a:spcAft>
                  <a:spcPct val="0"/>
                </a:spcAft>
              </a:pPr>
              <a:t>12/28/2024</a:t>
            </a:fld>
            <a:endParaRPr lang="en-US" altLang="en-US"/>
          </a:p>
        </p:txBody>
      </p:sp>
      <p:sp>
        <p:nvSpPr>
          <p:cNvPr id="22532" name="Slide Number Placeholder 4">
            <a:extLst>
              <a:ext uri="{FF2B5EF4-FFF2-40B4-BE49-F238E27FC236}">
                <a16:creationId xmlns:a16="http://schemas.microsoft.com/office/drawing/2014/main" id="{7BD582F9-7BEC-C3F6-617B-78556B88EB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82B1AF7-77A5-4F00-8830-DEDC1D9D3876}" type="slidenum">
              <a:rPr lang="en-US" altLang="en-US" smtClean="0"/>
              <a:pPr fontAlgn="base">
                <a:spcBef>
                  <a:spcPct val="0"/>
                </a:spcBef>
                <a:spcAft>
                  <a:spcPct val="0"/>
                </a:spcAft>
              </a:pPr>
              <a:t>3</a:t>
            </a:fld>
            <a:endParaRPr lang="en-US" altLang="en-US"/>
          </a:p>
        </p:txBody>
      </p:sp>
      <p:sp>
        <p:nvSpPr>
          <p:cNvPr id="22533" name="Header Placeholder 1">
            <a:extLst>
              <a:ext uri="{FF2B5EF4-FFF2-40B4-BE49-F238E27FC236}">
                <a16:creationId xmlns:a16="http://schemas.microsoft.com/office/drawing/2014/main" id="{AC2EC454-7E68-4E80-6D77-17A2313DC0B4}"/>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22534" name="Footer Placeholder 2">
            <a:extLst>
              <a:ext uri="{FF2B5EF4-FFF2-40B4-BE49-F238E27FC236}">
                <a16:creationId xmlns:a16="http://schemas.microsoft.com/office/drawing/2014/main" id="{B7AB1304-A93F-8B23-DD6E-73357F197B67}"/>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A78F7CBB-42DA-AFCD-ABF4-627484A8DC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EBB41260-DB8F-AF7E-A665-636FFB038C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579" name="Date Placeholder 3">
            <a:extLst>
              <a:ext uri="{FF2B5EF4-FFF2-40B4-BE49-F238E27FC236}">
                <a16:creationId xmlns:a16="http://schemas.microsoft.com/office/drawing/2014/main" id="{8A7D0A33-0DC7-365E-72A3-55F1E8CE0EBD}"/>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8EB239C-1B66-456D-8E1A-83DD7D8D6942}" type="datetime1">
              <a:rPr lang="en-US" altLang="en-US" smtClean="0"/>
              <a:pPr fontAlgn="base">
                <a:spcBef>
                  <a:spcPct val="0"/>
                </a:spcBef>
                <a:spcAft>
                  <a:spcPct val="0"/>
                </a:spcAft>
              </a:pPr>
              <a:t>12/28/2024</a:t>
            </a:fld>
            <a:endParaRPr lang="en-US" altLang="en-US"/>
          </a:p>
        </p:txBody>
      </p:sp>
      <p:sp>
        <p:nvSpPr>
          <p:cNvPr id="24580" name="Slide Number Placeholder 4">
            <a:extLst>
              <a:ext uri="{FF2B5EF4-FFF2-40B4-BE49-F238E27FC236}">
                <a16:creationId xmlns:a16="http://schemas.microsoft.com/office/drawing/2014/main" id="{98F8FB75-2E34-E51E-AF9C-F3B532C1C5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6F94C36-35A2-48F2-A319-41F921E4261B}" type="slidenum">
              <a:rPr lang="en-US" altLang="en-US" smtClean="0"/>
              <a:pPr fontAlgn="base">
                <a:spcBef>
                  <a:spcPct val="0"/>
                </a:spcBef>
                <a:spcAft>
                  <a:spcPct val="0"/>
                </a:spcAft>
              </a:pPr>
              <a:t>4</a:t>
            </a:fld>
            <a:endParaRPr lang="en-US" altLang="en-US"/>
          </a:p>
        </p:txBody>
      </p:sp>
      <p:sp>
        <p:nvSpPr>
          <p:cNvPr id="24581" name="Header Placeholder 1">
            <a:extLst>
              <a:ext uri="{FF2B5EF4-FFF2-40B4-BE49-F238E27FC236}">
                <a16:creationId xmlns:a16="http://schemas.microsoft.com/office/drawing/2014/main" id="{010C11E0-F2A3-4C8C-3992-5BB99DF9C6C0}"/>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24582" name="Footer Placeholder 2">
            <a:extLst>
              <a:ext uri="{FF2B5EF4-FFF2-40B4-BE49-F238E27FC236}">
                <a16:creationId xmlns:a16="http://schemas.microsoft.com/office/drawing/2014/main" id="{B569667E-178E-98B1-E75F-A3AD5B24237D}"/>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EFEFA10E-D052-549F-0FA9-30E5EE0E01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Notes Placeholder 2">
            <a:extLst>
              <a:ext uri="{FF2B5EF4-FFF2-40B4-BE49-F238E27FC236}">
                <a16:creationId xmlns:a16="http://schemas.microsoft.com/office/drawing/2014/main" id="{81D8B2FF-E05E-AA11-F20B-0410E909C3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7" name="Date Placeholder 3">
            <a:extLst>
              <a:ext uri="{FF2B5EF4-FFF2-40B4-BE49-F238E27FC236}">
                <a16:creationId xmlns:a16="http://schemas.microsoft.com/office/drawing/2014/main" id="{0330073D-5A62-EB5A-6661-F9383C82DE16}"/>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67B4E2E-FD45-4489-A137-8F5370C678D5}" type="datetime1">
              <a:rPr lang="en-US" altLang="en-US" smtClean="0"/>
              <a:pPr fontAlgn="base">
                <a:spcBef>
                  <a:spcPct val="0"/>
                </a:spcBef>
                <a:spcAft>
                  <a:spcPct val="0"/>
                </a:spcAft>
              </a:pPr>
              <a:t>12/28/2024</a:t>
            </a:fld>
            <a:endParaRPr lang="en-US" altLang="en-US"/>
          </a:p>
        </p:txBody>
      </p:sp>
      <p:sp>
        <p:nvSpPr>
          <p:cNvPr id="26628" name="Slide Number Placeholder 4">
            <a:extLst>
              <a:ext uri="{FF2B5EF4-FFF2-40B4-BE49-F238E27FC236}">
                <a16:creationId xmlns:a16="http://schemas.microsoft.com/office/drawing/2014/main" id="{27913F07-518C-0F78-F6AE-4BE28A2910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1C8EDA6-4134-4FC7-8BA5-01B33DDC1AC6}" type="slidenum">
              <a:rPr lang="en-US" altLang="en-US" smtClean="0"/>
              <a:pPr fontAlgn="base">
                <a:spcBef>
                  <a:spcPct val="0"/>
                </a:spcBef>
                <a:spcAft>
                  <a:spcPct val="0"/>
                </a:spcAft>
              </a:pPr>
              <a:t>5</a:t>
            </a:fld>
            <a:endParaRPr lang="en-US" altLang="en-US"/>
          </a:p>
        </p:txBody>
      </p:sp>
      <p:sp>
        <p:nvSpPr>
          <p:cNvPr id="26629" name="Header Placeholder 1">
            <a:extLst>
              <a:ext uri="{FF2B5EF4-FFF2-40B4-BE49-F238E27FC236}">
                <a16:creationId xmlns:a16="http://schemas.microsoft.com/office/drawing/2014/main" id="{54834AE5-106F-B156-BC22-FDD949A07D2B}"/>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26630" name="Footer Placeholder 2">
            <a:extLst>
              <a:ext uri="{FF2B5EF4-FFF2-40B4-BE49-F238E27FC236}">
                <a16:creationId xmlns:a16="http://schemas.microsoft.com/office/drawing/2014/main" id="{D2271E15-C457-8D9E-662A-8938D50CFC8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E245EB0D-7D70-4C41-EAC3-63EA55A42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84704D9C-7C34-E198-2FB1-3AB32CFF44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675" name="Date Placeholder 3">
            <a:extLst>
              <a:ext uri="{FF2B5EF4-FFF2-40B4-BE49-F238E27FC236}">
                <a16:creationId xmlns:a16="http://schemas.microsoft.com/office/drawing/2014/main" id="{2A4863B8-83BE-184E-870F-3B9878352C5B}"/>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09C96A5-38A5-45B2-8576-F92311CD5CA8}" type="datetime1">
              <a:rPr lang="en-US" altLang="en-US" smtClean="0"/>
              <a:pPr fontAlgn="base">
                <a:spcBef>
                  <a:spcPct val="0"/>
                </a:spcBef>
                <a:spcAft>
                  <a:spcPct val="0"/>
                </a:spcAft>
              </a:pPr>
              <a:t>12/28/2024</a:t>
            </a:fld>
            <a:endParaRPr lang="en-US" altLang="en-US"/>
          </a:p>
        </p:txBody>
      </p:sp>
      <p:sp>
        <p:nvSpPr>
          <p:cNvPr id="28676" name="Slide Number Placeholder 4">
            <a:extLst>
              <a:ext uri="{FF2B5EF4-FFF2-40B4-BE49-F238E27FC236}">
                <a16:creationId xmlns:a16="http://schemas.microsoft.com/office/drawing/2014/main" id="{7DF6F45F-E2D6-2044-8E42-C75DBBEADF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CEEDF82-A830-4EB1-9126-A087E5497F4D}" type="slidenum">
              <a:rPr lang="en-US" altLang="en-US" smtClean="0"/>
              <a:pPr fontAlgn="base">
                <a:spcBef>
                  <a:spcPct val="0"/>
                </a:spcBef>
                <a:spcAft>
                  <a:spcPct val="0"/>
                </a:spcAft>
              </a:pPr>
              <a:t>6</a:t>
            </a:fld>
            <a:endParaRPr lang="en-US" altLang="en-US"/>
          </a:p>
        </p:txBody>
      </p:sp>
      <p:sp>
        <p:nvSpPr>
          <p:cNvPr id="28677" name="Header Placeholder 1">
            <a:extLst>
              <a:ext uri="{FF2B5EF4-FFF2-40B4-BE49-F238E27FC236}">
                <a16:creationId xmlns:a16="http://schemas.microsoft.com/office/drawing/2014/main" id="{D9CC4FF1-4C5D-0C8A-7241-4131F60C1044}"/>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28678" name="Footer Placeholder 2">
            <a:extLst>
              <a:ext uri="{FF2B5EF4-FFF2-40B4-BE49-F238E27FC236}">
                <a16:creationId xmlns:a16="http://schemas.microsoft.com/office/drawing/2014/main" id="{B7CE6A10-11BF-02EC-0C79-BFEA108F2442}"/>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6995C844-CC1C-66D7-D674-C00657E846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a:extLst>
              <a:ext uri="{FF2B5EF4-FFF2-40B4-BE49-F238E27FC236}">
                <a16:creationId xmlns:a16="http://schemas.microsoft.com/office/drawing/2014/main" id="{E2341147-9F49-E342-C941-B9CDFA7AE8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0723" name="Date Placeholder 3">
            <a:extLst>
              <a:ext uri="{FF2B5EF4-FFF2-40B4-BE49-F238E27FC236}">
                <a16:creationId xmlns:a16="http://schemas.microsoft.com/office/drawing/2014/main" id="{8C3E95FF-729E-FFD4-DEA5-5279C88FE915}"/>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C5A9BC4-2D3E-49F9-AAB5-B6EDA71D5167}" type="datetime1">
              <a:rPr lang="en-US" altLang="en-US" smtClean="0"/>
              <a:pPr fontAlgn="base">
                <a:spcBef>
                  <a:spcPct val="0"/>
                </a:spcBef>
                <a:spcAft>
                  <a:spcPct val="0"/>
                </a:spcAft>
              </a:pPr>
              <a:t>12/28/2024</a:t>
            </a:fld>
            <a:endParaRPr lang="en-US" altLang="en-US"/>
          </a:p>
        </p:txBody>
      </p:sp>
      <p:sp>
        <p:nvSpPr>
          <p:cNvPr id="30724" name="Slide Number Placeholder 4">
            <a:extLst>
              <a:ext uri="{FF2B5EF4-FFF2-40B4-BE49-F238E27FC236}">
                <a16:creationId xmlns:a16="http://schemas.microsoft.com/office/drawing/2014/main" id="{F9AFBD52-7027-CCC9-78BF-1EB06CEE2A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A67977D-311E-42A7-B6EB-3952F149B442}" type="slidenum">
              <a:rPr lang="en-US" altLang="en-US" smtClean="0"/>
              <a:pPr fontAlgn="base">
                <a:spcBef>
                  <a:spcPct val="0"/>
                </a:spcBef>
                <a:spcAft>
                  <a:spcPct val="0"/>
                </a:spcAft>
              </a:pPr>
              <a:t>7</a:t>
            </a:fld>
            <a:endParaRPr lang="en-US" altLang="en-US"/>
          </a:p>
        </p:txBody>
      </p:sp>
      <p:sp>
        <p:nvSpPr>
          <p:cNvPr id="30725" name="Header Placeholder 1">
            <a:extLst>
              <a:ext uri="{FF2B5EF4-FFF2-40B4-BE49-F238E27FC236}">
                <a16:creationId xmlns:a16="http://schemas.microsoft.com/office/drawing/2014/main" id="{E8DAF600-EECB-E6D7-A524-544CD981FEC6}"/>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30726" name="Footer Placeholder 2">
            <a:extLst>
              <a:ext uri="{FF2B5EF4-FFF2-40B4-BE49-F238E27FC236}">
                <a16:creationId xmlns:a16="http://schemas.microsoft.com/office/drawing/2014/main" id="{14D6096B-5AD4-A7E3-4097-03AE64E8E9F8}"/>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67EB8EC2-039F-382E-1B8A-E13A7A0E25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Notes Placeholder 2">
            <a:extLst>
              <a:ext uri="{FF2B5EF4-FFF2-40B4-BE49-F238E27FC236}">
                <a16:creationId xmlns:a16="http://schemas.microsoft.com/office/drawing/2014/main" id="{099C6D73-2FED-32E4-8474-DE30C542E9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2771" name="Date Placeholder 3">
            <a:extLst>
              <a:ext uri="{FF2B5EF4-FFF2-40B4-BE49-F238E27FC236}">
                <a16:creationId xmlns:a16="http://schemas.microsoft.com/office/drawing/2014/main" id="{08263090-0281-95C4-88B3-B306BED9D71C}"/>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7F00E80-5FF7-4442-ABFF-73D1AD648880}" type="datetime1">
              <a:rPr lang="en-US" altLang="en-US" smtClean="0"/>
              <a:pPr fontAlgn="base">
                <a:spcBef>
                  <a:spcPct val="0"/>
                </a:spcBef>
                <a:spcAft>
                  <a:spcPct val="0"/>
                </a:spcAft>
              </a:pPr>
              <a:t>12/28/2024</a:t>
            </a:fld>
            <a:endParaRPr lang="en-US" altLang="en-US"/>
          </a:p>
        </p:txBody>
      </p:sp>
      <p:sp>
        <p:nvSpPr>
          <p:cNvPr id="32772" name="Slide Number Placeholder 4">
            <a:extLst>
              <a:ext uri="{FF2B5EF4-FFF2-40B4-BE49-F238E27FC236}">
                <a16:creationId xmlns:a16="http://schemas.microsoft.com/office/drawing/2014/main" id="{1886D754-221F-1461-6AC4-A35BA8907A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84D5A9F-0511-4A1C-AEDD-F73528FDD45C}" type="slidenum">
              <a:rPr lang="en-US" altLang="en-US" smtClean="0"/>
              <a:pPr fontAlgn="base">
                <a:spcBef>
                  <a:spcPct val="0"/>
                </a:spcBef>
                <a:spcAft>
                  <a:spcPct val="0"/>
                </a:spcAft>
              </a:pPr>
              <a:t>8</a:t>
            </a:fld>
            <a:endParaRPr lang="en-US" altLang="en-US"/>
          </a:p>
        </p:txBody>
      </p:sp>
      <p:sp>
        <p:nvSpPr>
          <p:cNvPr id="32773" name="Header Placeholder 1">
            <a:extLst>
              <a:ext uri="{FF2B5EF4-FFF2-40B4-BE49-F238E27FC236}">
                <a16:creationId xmlns:a16="http://schemas.microsoft.com/office/drawing/2014/main" id="{88BEBC66-F859-4686-0D3A-A293909F1C02}"/>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32774" name="Footer Placeholder 2">
            <a:extLst>
              <a:ext uri="{FF2B5EF4-FFF2-40B4-BE49-F238E27FC236}">
                <a16:creationId xmlns:a16="http://schemas.microsoft.com/office/drawing/2014/main" id="{C5337AF7-A81D-8368-00B4-FEB38FB2B77E}"/>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F479234C-D387-CB96-B4BB-B452420101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a:extLst>
              <a:ext uri="{FF2B5EF4-FFF2-40B4-BE49-F238E27FC236}">
                <a16:creationId xmlns:a16="http://schemas.microsoft.com/office/drawing/2014/main" id="{F6799CD0-7217-7E03-A6E8-3D7A3D4204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4819" name="Date Placeholder 3">
            <a:extLst>
              <a:ext uri="{FF2B5EF4-FFF2-40B4-BE49-F238E27FC236}">
                <a16:creationId xmlns:a16="http://schemas.microsoft.com/office/drawing/2014/main" id="{BC7B1C33-C2CC-9C44-2D26-25175C4BCC84}"/>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978D4FD-1530-4259-AC1B-BD820B0915E4}" type="datetime1">
              <a:rPr lang="en-US" altLang="en-US" smtClean="0"/>
              <a:pPr fontAlgn="base">
                <a:spcBef>
                  <a:spcPct val="0"/>
                </a:spcBef>
                <a:spcAft>
                  <a:spcPct val="0"/>
                </a:spcAft>
              </a:pPr>
              <a:t>12/28/2024</a:t>
            </a:fld>
            <a:endParaRPr lang="en-US" altLang="en-US"/>
          </a:p>
        </p:txBody>
      </p:sp>
      <p:sp>
        <p:nvSpPr>
          <p:cNvPr id="34820" name="Slide Number Placeholder 4">
            <a:extLst>
              <a:ext uri="{FF2B5EF4-FFF2-40B4-BE49-F238E27FC236}">
                <a16:creationId xmlns:a16="http://schemas.microsoft.com/office/drawing/2014/main" id="{788CED1D-49B3-D993-0116-035E08DDA2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2AB766D-1ECD-4DBC-854E-6393EF79C40E}" type="slidenum">
              <a:rPr lang="en-US" altLang="en-US" smtClean="0"/>
              <a:pPr fontAlgn="base">
                <a:spcBef>
                  <a:spcPct val="0"/>
                </a:spcBef>
                <a:spcAft>
                  <a:spcPct val="0"/>
                </a:spcAft>
              </a:pPr>
              <a:t>9</a:t>
            </a:fld>
            <a:endParaRPr lang="en-US" altLang="en-US"/>
          </a:p>
        </p:txBody>
      </p:sp>
      <p:sp>
        <p:nvSpPr>
          <p:cNvPr id="34821" name="Header Placeholder 1">
            <a:extLst>
              <a:ext uri="{FF2B5EF4-FFF2-40B4-BE49-F238E27FC236}">
                <a16:creationId xmlns:a16="http://schemas.microsoft.com/office/drawing/2014/main" id="{C1EC0C3B-1D28-55D5-3242-1042A65AB643}"/>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34822" name="Footer Placeholder 2">
            <a:extLst>
              <a:ext uri="{FF2B5EF4-FFF2-40B4-BE49-F238E27FC236}">
                <a16:creationId xmlns:a16="http://schemas.microsoft.com/office/drawing/2014/main" id="{BEF0AED4-9F3A-FC0D-35C2-C7A12603684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479B5D1A-AB9A-66D6-8F9A-B268EB90F4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4CB21A4E-B041-4247-3C9E-1DE4C6CF69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6867" name="Date Placeholder 3">
            <a:extLst>
              <a:ext uri="{FF2B5EF4-FFF2-40B4-BE49-F238E27FC236}">
                <a16:creationId xmlns:a16="http://schemas.microsoft.com/office/drawing/2014/main" id="{76F34E4F-5674-6F6A-5254-360EE17B93AD}"/>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D31B72C-41CF-4502-98EF-FA33828D16C8}" type="datetime1">
              <a:rPr lang="en-US" altLang="en-US" smtClean="0"/>
              <a:pPr fontAlgn="base">
                <a:spcBef>
                  <a:spcPct val="0"/>
                </a:spcBef>
                <a:spcAft>
                  <a:spcPct val="0"/>
                </a:spcAft>
              </a:pPr>
              <a:t>12/28/2024</a:t>
            </a:fld>
            <a:endParaRPr lang="en-US" altLang="en-US"/>
          </a:p>
        </p:txBody>
      </p:sp>
      <p:sp>
        <p:nvSpPr>
          <p:cNvPr id="36868" name="Slide Number Placeholder 4">
            <a:extLst>
              <a:ext uri="{FF2B5EF4-FFF2-40B4-BE49-F238E27FC236}">
                <a16:creationId xmlns:a16="http://schemas.microsoft.com/office/drawing/2014/main" id="{D939E156-EE6A-CAB5-8432-37811C93BF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8CA8B06-A1C4-43F5-9012-18DD968D0E57}" type="slidenum">
              <a:rPr lang="en-US" altLang="en-US" smtClean="0"/>
              <a:pPr fontAlgn="base">
                <a:spcBef>
                  <a:spcPct val="0"/>
                </a:spcBef>
                <a:spcAft>
                  <a:spcPct val="0"/>
                </a:spcAft>
              </a:pPr>
              <a:t>10</a:t>
            </a:fld>
            <a:endParaRPr lang="en-US" altLang="en-US"/>
          </a:p>
        </p:txBody>
      </p:sp>
      <p:sp>
        <p:nvSpPr>
          <p:cNvPr id="36869" name="Header Placeholder 1">
            <a:extLst>
              <a:ext uri="{FF2B5EF4-FFF2-40B4-BE49-F238E27FC236}">
                <a16:creationId xmlns:a16="http://schemas.microsoft.com/office/drawing/2014/main" id="{14D14BB8-36CE-706A-3492-A14B467BEAB9}"/>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36870" name="Footer Placeholder 2">
            <a:extLst>
              <a:ext uri="{FF2B5EF4-FFF2-40B4-BE49-F238E27FC236}">
                <a16:creationId xmlns:a16="http://schemas.microsoft.com/office/drawing/2014/main" id="{6902E1BD-F800-DB79-F12F-998A19095EE1}"/>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FBCD8242-D9A7-C643-6F2C-130AD4AAE1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Notes Placeholder 2">
            <a:extLst>
              <a:ext uri="{FF2B5EF4-FFF2-40B4-BE49-F238E27FC236}">
                <a16:creationId xmlns:a16="http://schemas.microsoft.com/office/drawing/2014/main" id="{5D4E0DC5-D756-9436-B9EE-8DEF505F4A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8915" name="Date Placeholder 3">
            <a:extLst>
              <a:ext uri="{FF2B5EF4-FFF2-40B4-BE49-F238E27FC236}">
                <a16:creationId xmlns:a16="http://schemas.microsoft.com/office/drawing/2014/main" id="{373C5B24-4EE3-2685-DC38-ECE613DFB579}"/>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F5B374D-4300-44B3-A8AB-9D33A33B8FA0}" type="datetime1">
              <a:rPr lang="en-US" altLang="en-US" smtClean="0"/>
              <a:pPr fontAlgn="base">
                <a:spcBef>
                  <a:spcPct val="0"/>
                </a:spcBef>
                <a:spcAft>
                  <a:spcPct val="0"/>
                </a:spcAft>
              </a:pPr>
              <a:t>12/28/2024</a:t>
            </a:fld>
            <a:endParaRPr lang="en-US" altLang="en-US"/>
          </a:p>
        </p:txBody>
      </p:sp>
      <p:sp>
        <p:nvSpPr>
          <p:cNvPr id="38916" name="Slide Number Placeholder 4">
            <a:extLst>
              <a:ext uri="{FF2B5EF4-FFF2-40B4-BE49-F238E27FC236}">
                <a16:creationId xmlns:a16="http://schemas.microsoft.com/office/drawing/2014/main" id="{C2A5DB03-CF79-5F37-23A6-57783DB141F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9BE7D79-72E3-48D6-A83A-A1BB40F21C14}" type="slidenum">
              <a:rPr lang="en-US" altLang="en-US" smtClean="0"/>
              <a:pPr fontAlgn="base">
                <a:spcBef>
                  <a:spcPct val="0"/>
                </a:spcBef>
                <a:spcAft>
                  <a:spcPct val="0"/>
                </a:spcAft>
              </a:pPr>
              <a:t>11</a:t>
            </a:fld>
            <a:endParaRPr lang="en-US" altLang="en-US"/>
          </a:p>
        </p:txBody>
      </p:sp>
      <p:sp>
        <p:nvSpPr>
          <p:cNvPr id="38917" name="Header Placeholder 1">
            <a:extLst>
              <a:ext uri="{FF2B5EF4-FFF2-40B4-BE49-F238E27FC236}">
                <a16:creationId xmlns:a16="http://schemas.microsoft.com/office/drawing/2014/main" id="{CAF8C42B-52E4-3AC8-DB5E-EB76BA0690E4}"/>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38918" name="Footer Placeholder 2">
            <a:extLst>
              <a:ext uri="{FF2B5EF4-FFF2-40B4-BE49-F238E27FC236}">
                <a16:creationId xmlns:a16="http://schemas.microsoft.com/office/drawing/2014/main" id="{F5AD4B60-572A-2766-6356-648AC94780E7}"/>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B9DEB061-9193-AAE9-C534-E88CD0E96D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a:extLst>
              <a:ext uri="{FF2B5EF4-FFF2-40B4-BE49-F238E27FC236}">
                <a16:creationId xmlns:a16="http://schemas.microsoft.com/office/drawing/2014/main" id="{B22243CA-1F7F-6A64-C052-018E636FC6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0963" name="Date Placeholder 3">
            <a:extLst>
              <a:ext uri="{FF2B5EF4-FFF2-40B4-BE49-F238E27FC236}">
                <a16:creationId xmlns:a16="http://schemas.microsoft.com/office/drawing/2014/main" id="{D9617ACD-C2CC-2000-8B26-8C9CB73652D7}"/>
              </a:ext>
            </a:extLst>
          </p:cNvPr>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5D5BC86-FAF3-4C7F-B1A0-8F1C04B088B8}" type="datetime1">
              <a:rPr lang="en-US" altLang="en-US" smtClean="0"/>
              <a:pPr fontAlgn="base">
                <a:spcBef>
                  <a:spcPct val="0"/>
                </a:spcBef>
                <a:spcAft>
                  <a:spcPct val="0"/>
                </a:spcAft>
              </a:pPr>
              <a:t>12/28/2024</a:t>
            </a:fld>
            <a:endParaRPr lang="en-US" altLang="en-US"/>
          </a:p>
        </p:txBody>
      </p:sp>
      <p:sp>
        <p:nvSpPr>
          <p:cNvPr id="40964" name="Slide Number Placeholder 4">
            <a:extLst>
              <a:ext uri="{FF2B5EF4-FFF2-40B4-BE49-F238E27FC236}">
                <a16:creationId xmlns:a16="http://schemas.microsoft.com/office/drawing/2014/main" id="{68AD16F9-D04D-BAD5-0392-3C0336CB6D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2AAC82C-84D2-4EAF-A70B-D24DBDB0E505}" type="slidenum">
              <a:rPr lang="en-US" altLang="en-US" smtClean="0"/>
              <a:pPr fontAlgn="base">
                <a:spcBef>
                  <a:spcPct val="0"/>
                </a:spcBef>
                <a:spcAft>
                  <a:spcPct val="0"/>
                </a:spcAft>
              </a:pPr>
              <a:t>12</a:t>
            </a:fld>
            <a:endParaRPr lang="en-US" altLang="en-US"/>
          </a:p>
        </p:txBody>
      </p:sp>
      <p:sp>
        <p:nvSpPr>
          <p:cNvPr id="40965" name="Header Placeholder 1">
            <a:extLst>
              <a:ext uri="{FF2B5EF4-FFF2-40B4-BE49-F238E27FC236}">
                <a16:creationId xmlns:a16="http://schemas.microsoft.com/office/drawing/2014/main" id="{F6553005-4526-0D4D-EB88-4F9D99C52A54}"/>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a:p>
        </p:txBody>
      </p:sp>
      <p:sp>
        <p:nvSpPr>
          <p:cNvPr id="40966" name="Footer Placeholder 2">
            <a:extLst>
              <a:ext uri="{FF2B5EF4-FFF2-40B4-BE49-F238E27FC236}">
                <a16:creationId xmlns:a16="http://schemas.microsoft.com/office/drawing/2014/main" id="{558FF75C-2BC8-19EE-7487-899D7A6DE9B2}"/>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&lt;&lt;Enrollment No&gt;&gt;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1C53F0D2-F00B-3D6F-55B5-B9EF8BC6C6C9}"/>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5" name="Footer Placeholder 4">
            <a:extLst>
              <a:ext uri="{FF2B5EF4-FFF2-40B4-BE49-F238E27FC236}">
                <a16:creationId xmlns:a16="http://schemas.microsoft.com/office/drawing/2014/main" id="{BFDC15ED-9A3A-5991-C4A6-D7AEFD70047F}"/>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6" name="Slide Number Placeholder 5">
            <a:extLst>
              <a:ext uri="{FF2B5EF4-FFF2-40B4-BE49-F238E27FC236}">
                <a16:creationId xmlns:a16="http://schemas.microsoft.com/office/drawing/2014/main" id="{F86CB627-C998-D7E5-8E0A-62D7E9DBCCBB}"/>
              </a:ext>
            </a:extLst>
          </p:cNvPr>
          <p:cNvSpPr>
            <a:spLocks noGrp="1"/>
          </p:cNvSpPr>
          <p:nvPr>
            <p:ph type="sldNum" sz="quarter" idx="12"/>
          </p:nvPr>
        </p:nvSpPr>
        <p:spPr/>
        <p:txBody>
          <a:bodyPr/>
          <a:lstStyle>
            <a:lvl1pPr>
              <a:defRPr/>
            </a:lvl1pPr>
          </a:lstStyle>
          <a:p>
            <a:pPr>
              <a:defRPr/>
            </a:pPr>
            <a:r>
              <a:rPr lang="en-US"/>
              <a:t>1</a:t>
            </a:r>
          </a:p>
        </p:txBody>
      </p:sp>
    </p:spTree>
    <p:extLst>
      <p:ext uri="{BB962C8B-B14F-4D97-AF65-F5344CB8AC3E}">
        <p14:creationId xmlns:p14="http://schemas.microsoft.com/office/powerpoint/2010/main" val="1783995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B9A0069-C0BC-7119-32AF-CA766F48CF5D}"/>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5" name="Footer Placeholder 4">
            <a:extLst>
              <a:ext uri="{FF2B5EF4-FFF2-40B4-BE49-F238E27FC236}">
                <a16:creationId xmlns:a16="http://schemas.microsoft.com/office/drawing/2014/main" id="{CC0A4ED6-869F-D19E-A7FF-C15733117CE6}"/>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6" name="Slide Number Placeholder 5">
            <a:extLst>
              <a:ext uri="{FF2B5EF4-FFF2-40B4-BE49-F238E27FC236}">
                <a16:creationId xmlns:a16="http://schemas.microsoft.com/office/drawing/2014/main" id="{51472144-C2D4-09E6-DB1F-755BDBC15760}"/>
              </a:ext>
            </a:extLst>
          </p:cNvPr>
          <p:cNvSpPr>
            <a:spLocks noGrp="1"/>
          </p:cNvSpPr>
          <p:nvPr>
            <p:ph type="sldNum" sz="quarter" idx="12"/>
          </p:nvPr>
        </p:nvSpPr>
        <p:spPr/>
        <p:txBody>
          <a:bodyPr/>
          <a:lstStyle>
            <a:lvl1pPr>
              <a:defRPr/>
            </a:lvl1pPr>
          </a:lstStyle>
          <a:p>
            <a:pPr>
              <a:defRPr/>
            </a:pPr>
            <a:fld id="{8D9109E6-89F7-4F96-A6AD-38FC92E6BCDA}" type="slidenum">
              <a:rPr lang="en-US"/>
              <a:pPr>
                <a:defRPr/>
              </a:pPr>
              <a:t>‹#›</a:t>
            </a:fld>
            <a:endParaRPr lang="en-US"/>
          </a:p>
        </p:txBody>
      </p:sp>
    </p:spTree>
    <p:extLst>
      <p:ext uri="{BB962C8B-B14F-4D97-AF65-F5344CB8AC3E}">
        <p14:creationId xmlns:p14="http://schemas.microsoft.com/office/powerpoint/2010/main" val="209822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7F0DF1-1597-0D55-1F1E-B95903ED01AC}"/>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5" name="Footer Placeholder 4">
            <a:extLst>
              <a:ext uri="{FF2B5EF4-FFF2-40B4-BE49-F238E27FC236}">
                <a16:creationId xmlns:a16="http://schemas.microsoft.com/office/drawing/2014/main" id="{D7496828-C750-7CC1-4676-9156911CD3B4}"/>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6" name="Slide Number Placeholder 5">
            <a:extLst>
              <a:ext uri="{FF2B5EF4-FFF2-40B4-BE49-F238E27FC236}">
                <a16:creationId xmlns:a16="http://schemas.microsoft.com/office/drawing/2014/main" id="{97476306-B35D-E098-D676-9725AEC1CA95}"/>
              </a:ext>
            </a:extLst>
          </p:cNvPr>
          <p:cNvSpPr>
            <a:spLocks noGrp="1"/>
          </p:cNvSpPr>
          <p:nvPr>
            <p:ph type="sldNum" sz="quarter" idx="12"/>
          </p:nvPr>
        </p:nvSpPr>
        <p:spPr/>
        <p:txBody>
          <a:bodyPr/>
          <a:lstStyle>
            <a:lvl1pPr>
              <a:defRPr/>
            </a:lvl1pPr>
          </a:lstStyle>
          <a:p>
            <a:pPr>
              <a:defRPr/>
            </a:pPr>
            <a:fld id="{42897B42-31E0-4180-B38F-25B7095D48F8}" type="slidenum">
              <a:rPr lang="en-US"/>
              <a:pPr>
                <a:defRPr/>
              </a:pPr>
              <a:t>‹#›</a:t>
            </a:fld>
            <a:endParaRPr lang="en-US"/>
          </a:p>
        </p:txBody>
      </p:sp>
    </p:spTree>
    <p:extLst>
      <p:ext uri="{BB962C8B-B14F-4D97-AF65-F5344CB8AC3E}">
        <p14:creationId xmlns:p14="http://schemas.microsoft.com/office/powerpoint/2010/main" val="242579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53336B7-BFE2-543B-DF05-5F5CE7A46952}"/>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6" name="Footer Placeholder 4">
            <a:extLst>
              <a:ext uri="{FF2B5EF4-FFF2-40B4-BE49-F238E27FC236}">
                <a16:creationId xmlns:a16="http://schemas.microsoft.com/office/drawing/2014/main" id="{5D016309-CAFB-B510-9EC3-AAF8475B4E12}"/>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7" name="Slide Number Placeholder 5">
            <a:extLst>
              <a:ext uri="{FF2B5EF4-FFF2-40B4-BE49-F238E27FC236}">
                <a16:creationId xmlns:a16="http://schemas.microsoft.com/office/drawing/2014/main" id="{38473791-A3BE-310D-EE61-4688E5F128FA}"/>
              </a:ext>
            </a:extLst>
          </p:cNvPr>
          <p:cNvSpPr>
            <a:spLocks noGrp="1"/>
          </p:cNvSpPr>
          <p:nvPr>
            <p:ph type="sldNum" sz="quarter" idx="12"/>
          </p:nvPr>
        </p:nvSpPr>
        <p:spPr/>
        <p:txBody>
          <a:bodyPr/>
          <a:lstStyle>
            <a:lvl1pPr>
              <a:defRPr/>
            </a:lvl1pPr>
          </a:lstStyle>
          <a:p>
            <a:pPr>
              <a:defRPr/>
            </a:pPr>
            <a:fld id="{E7DD6FDB-5FB6-4391-8691-0E027D5887E4}" type="slidenum">
              <a:rPr lang="en-US"/>
              <a:pPr>
                <a:defRPr/>
              </a:pPr>
              <a:t>‹#›</a:t>
            </a:fld>
            <a:endParaRPr lang="en-US"/>
          </a:p>
        </p:txBody>
      </p:sp>
    </p:spTree>
    <p:extLst>
      <p:ext uri="{BB962C8B-B14F-4D97-AF65-F5344CB8AC3E}">
        <p14:creationId xmlns:p14="http://schemas.microsoft.com/office/powerpoint/2010/main" val="1765227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E5A627F2-2D36-B087-BD6C-4658A11FF330}"/>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8" name="Footer Placeholder 4">
            <a:extLst>
              <a:ext uri="{FF2B5EF4-FFF2-40B4-BE49-F238E27FC236}">
                <a16:creationId xmlns:a16="http://schemas.microsoft.com/office/drawing/2014/main" id="{0A48C23B-9A32-26ED-4683-550FFDC42810}"/>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9" name="Slide Number Placeholder 5">
            <a:extLst>
              <a:ext uri="{FF2B5EF4-FFF2-40B4-BE49-F238E27FC236}">
                <a16:creationId xmlns:a16="http://schemas.microsoft.com/office/drawing/2014/main" id="{BFA7BB7C-455B-9938-BF8E-F6CE48591876}"/>
              </a:ext>
            </a:extLst>
          </p:cNvPr>
          <p:cNvSpPr>
            <a:spLocks noGrp="1"/>
          </p:cNvSpPr>
          <p:nvPr>
            <p:ph type="sldNum" sz="quarter" idx="12"/>
          </p:nvPr>
        </p:nvSpPr>
        <p:spPr/>
        <p:txBody>
          <a:bodyPr/>
          <a:lstStyle>
            <a:lvl1pPr>
              <a:defRPr/>
            </a:lvl1pPr>
          </a:lstStyle>
          <a:p>
            <a:pPr>
              <a:defRPr/>
            </a:pPr>
            <a:fld id="{CEB31092-2D02-49C3-9931-0DDBBE285203}" type="slidenum">
              <a:rPr lang="en-US"/>
              <a:pPr>
                <a:defRPr/>
              </a:pPr>
              <a:t>‹#›</a:t>
            </a:fld>
            <a:endParaRPr lang="en-US"/>
          </a:p>
        </p:txBody>
      </p:sp>
    </p:spTree>
    <p:extLst>
      <p:ext uri="{BB962C8B-B14F-4D97-AF65-F5344CB8AC3E}">
        <p14:creationId xmlns:p14="http://schemas.microsoft.com/office/powerpoint/2010/main" val="581750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15B9EEEB-8C45-6A1C-0D25-676FF5FB8279}"/>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4" name="Footer Placeholder 4">
            <a:extLst>
              <a:ext uri="{FF2B5EF4-FFF2-40B4-BE49-F238E27FC236}">
                <a16:creationId xmlns:a16="http://schemas.microsoft.com/office/drawing/2014/main" id="{CFE55801-8CF8-F7D3-2BD4-CC6CC225B719}"/>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5" name="Slide Number Placeholder 5">
            <a:extLst>
              <a:ext uri="{FF2B5EF4-FFF2-40B4-BE49-F238E27FC236}">
                <a16:creationId xmlns:a16="http://schemas.microsoft.com/office/drawing/2014/main" id="{ED49864A-D489-A44E-568F-275010F7BE6B}"/>
              </a:ext>
            </a:extLst>
          </p:cNvPr>
          <p:cNvSpPr>
            <a:spLocks noGrp="1"/>
          </p:cNvSpPr>
          <p:nvPr>
            <p:ph type="sldNum" sz="quarter" idx="12"/>
          </p:nvPr>
        </p:nvSpPr>
        <p:spPr/>
        <p:txBody>
          <a:bodyPr/>
          <a:lstStyle>
            <a:lvl1pPr>
              <a:defRPr/>
            </a:lvl1pPr>
          </a:lstStyle>
          <a:p>
            <a:pPr>
              <a:defRPr/>
            </a:pPr>
            <a:fld id="{AF818575-D0F4-44F8-9D7D-00C6C122C649}" type="slidenum">
              <a:rPr lang="en-US"/>
              <a:pPr>
                <a:defRPr/>
              </a:pPr>
              <a:t>‹#›</a:t>
            </a:fld>
            <a:endParaRPr lang="en-US"/>
          </a:p>
        </p:txBody>
      </p:sp>
    </p:spTree>
    <p:extLst>
      <p:ext uri="{BB962C8B-B14F-4D97-AF65-F5344CB8AC3E}">
        <p14:creationId xmlns:p14="http://schemas.microsoft.com/office/powerpoint/2010/main" val="346371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A7682B-C4E5-318F-6C4D-617617E7DB50}"/>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3" name="Footer Placeholder 2">
            <a:extLst>
              <a:ext uri="{FF2B5EF4-FFF2-40B4-BE49-F238E27FC236}">
                <a16:creationId xmlns:a16="http://schemas.microsoft.com/office/drawing/2014/main" id="{6E7FEFBA-E93E-F327-7BDB-EC26DB647018}"/>
              </a:ext>
            </a:extLst>
          </p:cNvPr>
          <p:cNvSpPr>
            <a:spLocks noGrp="1"/>
          </p:cNvSpPr>
          <p:nvPr>
            <p:ph type="ftr" sz="quarter" idx="11"/>
          </p:nvPr>
        </p:nvSpPr>
        <p:spPr/>
        <p:txBody>
          <a:bodyPr/>
          <a:lstStyle>
            <a:lvl1pPr>
              <a:defRPr/>
            </a:lvl1pPr>
          </a:lstStyle>
          <a:p>
            <a:pPr>
              <a:defRPr/>
            </a:pPr>
            <a:r>
              <a:rPr lang="en-US"/>
              <a:t>Academic Year - 2021-22</a:t>
            </a:r>
            <a:endParaRPr lang="en-US" dirty="0"/>
          </a:p>
        </p:txBody>
      </p:sp>
      <p:sp>
        <p:nvSpPr>
          <p:cNvPr id="4" name="Slide Number Placeholder 3">
            <a:extLst>
              <a:ext uri="{FF2B5EF4-FFF2-40B4-BE49-F238E27FC236}">
                <a16:creationId xmlns:a16="http://schemas.microsoft.com/office/drawing/2014/main" id="{BB7330D7-56F1-51E6-F401-F6D05CB80C2A}"/>
              </a:ext>
            </a:extLst>
          </p:cNvPr>
          <p:cNvSpPr>
            <a:spLocks noGrp="1"/>
          </p:cNvSpPr>
          <p:nvPr>
            <p:ph type="sldNum" sz="quarter" idx="12"/>
          </p:nvPr>
        </p:nvSpPr>
        <p:spPr/>
        <p:txBody>
          <a:bodyPr/>
          <a:lstStyle>
            <a:lvl1pPr>
              <a:defRPr/>
            </a:lvl1pPr>
          </a:lstStyle>
          <a:p>
            <a:pPr>
              <a:defRPr/>
            </a:pPr>
            <a:fld id="{0F326361-A550-48AB-96A0-262E6EA493D7}" type="slidenum">
              <a:rPr lang="en-US"/>
              <a:pPr>
                <a:defRPr/>
              </a:pPr>
              <a:t>‹#›</a:t>
            </a:fld>
            <a:endParaRPr lang="en-US"/>
          </a:p>
        </p:txBody>
      </p:sp>
    </p:spTree>
    <p:extLst>
      <p:ext uri="{BB962C8B-B14F-4D97-AF65-F5344CB8AC3E}">
        <p14:creationId xmlns:p14="http://schemas.microsoft.com/office/powerpoint/2010/main" val="156972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BF8755BB-369A-293E-C630-B4EEBD99941A}"/>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6" name="Footer Placeholder 4">
            <a:extLst>
              <a:ext uri="{FF2B5EF4-FFF2-40B4-BE49-F238E27FC236}">
                <a16:creationId xmlns:a16="http://schemas.microsoft.com/office/drawing/2014/main" id="{7F7C1B6C-505F-9417-6743-4D87B4065D65}"/>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7" name="Slide Number Placeholder 5">
            <a:extLst>
              <a:ext uri="{FF2B5EF4-FFF2-40B4-BE49-F238E27FC236}">
                <a16:creationId xmlns:a16="http://schemas.microsoft.com/office/drawing/2014/main" id="{7AC02BC0-8266-8F82-31FF-52CBA46FA080}"/>
              </a:ext>
            </a:extLst>
          </p:cNvPr>
          <p:cNvSpPr>
            <a:spLocks noGrp="1"/>
          </p:cNvSpPr>
          <p:nvPr>
            <p:ph type="sldNum" sz="quarter" idx="12"/>
          </p:nvPr>
        </p:nvSpPr>
        <p:spPr/>
        <p:txBody>
          <a:bodyPr/>
          <a:lstStyle>
            <a:lvl1pPr>
              <a:defRPr/>
            </a:lvl1pPr>
          </a:lstStyle>
          <a:p>
            <a:pPr>
              <a:defRPr/>
            </a:pPr>
            <a:fld id="{E2A4FD1F-B9EA-4C62-B69C-89E085C993B2}" type="slidenum">
              <a:rPr lang="en-US"/>
              <a:pPr>
                <a:defRPr/>
              </a:pPr>
              <a:t>‹#›</a:t>
            </a:fld>
            <a:endParaRPr lang="en-US"/>
          </a:p>
        </p:txBody>
      </p:sp>
    </p:spTree>
    <p:extLst>
      <p:ext uri="{BB962C8B-B14F-4D97-AF65-F5344CB8AC3E}">
        <p14:creationId xmlns:p14="http://schemas.microsoft.com/office/powerpoint/2010/main" val="2190302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314E758-C512-2C4E-9EFF-F0C1F7972208}"/>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6" name="Footer Placeholder 4">
            <a:extLst>
              <a:ext uri="{FF2B5EF4-FFF2-40B4-BE49-F238E27FC236}">
                <a16:creationId xmlns:a16="http://schemas.microsoft.com/office/drawing/2014/main" id="{0E129475-2C8C-0DFE-4302-BE2CF9A843B3}"/>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7" name="Slide Number Placeholder 5">
            <a:extLst>
              <a:ext uri="{FF2B5EF4-FFF2-40B4-BE49-F238E27FC236}">
                <a16:creationId xmlns:a16="http://schemas.microsoft.com/office/drawing/2014/main" id="{49E3865A-711E-12CF-0EA2-DEDB39562C60}"/>
              </a:ext>
            </a:extLst>
          </p:cNvPr>
          <p:cNvSpPr>
            <a:spLocks noGrp="1"/>
          </p:cNvSpPr>
          <p:nvPr>
            <p:ph type="sldNum" sz="quarter" idx="12"/>
          </p:nvPr>
        </p:nvSpPr>
        <p:spPr/>
        <p:txBody>
          <a:bodyPr/>
          <a:lstStyle>
            <a:lvl1pPr>
              <a:defRPr/>
            </a:lvl1pPr>
          </a:lstStyle>
          <a:p>
            <a:pPr>
              <a:defRPr/>
            </a:pPr>
            <a:fld id="{461435E3-F300-4BE4-B3FB-504CA775D7D7}" type="slidenum">
              <a:rPr lang="en-US"/>
              <a:pPr>
                <a:defRPr/>
              </a:pPr>
              <a:t>‹#›</a:t>
            </a:fld>
            <a:endParaRPr lang="en-US"/>
          </a:p>
        </p:txBody>
      </p:sp>
    </p:spTree>
    <p:extLst>
      <p:ext uri="{BB962C8B-B14F-4D97-AF65-F5344CB8AC3E}">
        <p14:creationId xmlns:p14="http://schemas.microsoft.com/office/powerpoint/2010/main" val="4085343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94D3E7-E01F-E527-CFFF-01ED701CE77B}"/>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5" name="Footer Placeholder 4">
            <a:extLst>
              <a:ext uri="{FF2B5EF4-FFF2-40B4-BE49-F238E27FC236}">
                <a16:creationId xmlns:a16="http://schemas.microsoft.com/office/drawing/2014/main" id="{26E2649D-05C3-8DDE-3707-F943D5106EED}"/>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6" name="Slide Number Placeholder 5">
            <a:extLst>
              <a:ext uri="{FF2B5EF4-FFF2-40B4-BE49-F238E27FC236}">
                <a16:creationId xmlns:a16="http://schemas.microsoft.com/office/drawing/2014/main" id="{7EC553EE-762B-8E16-6E55-33372477EF8A}"/>
              </a:ext>
            </a:extLst>
          </p:cNvPr>
          <p:cNvSpPr>
            <a:spLocks noGrp="1"/>
          </p:cNvSpPr>
          <p:nvPr>
            <p:ph type="sldNum" sz="quarter" idx="12"/>
          </p:nvPr>
        </p:nvSpPr>
        <p:spPr/>
        <p:txBody>
          <a:bodyPr/>
          <a:lstStyle>
            <a:lvl1pPr>
              <a:defRPr/>
            </a:lvl1pPr>
          </a:lstStyle>
          <a:p>
            <a:pPr>
              <a:defRPr/>
            </a:pPr>
            <a:fld id="{EA8D92B9-E8AF-4F5D-BE08-E206FDB6E6C7}" type="slidenum">
              <a:rPr lang="en-US"/>
              <a:pPr>
                <a:defRPr/>
              </a:pPr>
              <a:t>‹#›</a:t>
            </a:fld>
            <a:endParaRPr lang="en-US"/>
          </a:p>
        </p:txBody>
      </p:sp>
    </p:spTree>
    <p:extLst>
      <p:ext uri="{BB962C8B-B14F-4D97-AF65-F5344CB8AC3E}">
        <p14:creationId xmlns:p14="http://schemas.microsoft.com/office/powerpoint/2010/main" val="3137225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E70254-BCE8-ECE3-94EA-1C2E32DD8217}"/>
              </a:ext>
            </a:extLst>
          </p:cNvPr>
          <p:cNvSpPr>
            <a:spLocks noGrp="1"/>
          </p:cNvSpPr>
          <p:nvPr>
            <p:ph type="dt" sz="half" idx="10"/>
          </p:nvPr>
        </p:nvSpPr>
        <p:spPr/>
        <p:txBody>
          <a:bodyPr/>
          <a:lstStyle>
            <a:lvl1pPr>
              <a:defRPr/>
            </a:lvl1pPr>
          </a:lstStyle>
          <a:p>
            <a:pPr>
              <a:defRPr/>
            </a:pPr>
            <a:r>
              <a:rPr lang="en-US"/>
              <a:t>8/14/2020</a:t>
            </a:r>
            <a:endParaRPr lang="en-US" dirty="0"/>
          </a:p>
        </p:txBody>
      </p:sp>
      <p:sp>
        <p:nvSpPr>
          <p:cNvPr id="5" name="Footer Placeholder 4">
            <a:extLst>
              <a:ext uri="{FF2B5EF4-FFF2-40B4-BE49-F238E27FC236}">
                <a16:creationId xmlns:a16="http://schemas.microsoft.com/office/drawing/2014/main" id="{24A23C05-A958-9664-98E7-758F1509CA96}"/>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6" name="Slide Number Placeholder 5">
            <a:extLst>
              <a:ext uri="{FF2B5EF4-FFF2-40B4-BE49-F238E27FC236}">
                <a16:creationId xmlns:a16="http://schemas.microsoft.com/office/drawing/2014/main" id="{E1A331F6-9F08-3877-5ACB-EF55C6FF2102}"/>
              </a:ext>
            </a:extLst>
          </p:cNvPr>
          <p:cNvSpPr>
            <a:spLocks noGrp="1"/>
          </p:cNvSpPr>
          <p:nvPr>
            <p:ph type="sldNum" sz="quarter" idx="12"/>
          </p:nvPr>
        </p:nvSpPr>
        <p:spPr/>
        <p:txBody>
          <a:bodyPr/>
          <a:lstStyle>
            <a:lvl1pPr>
              <a:defRPr/>
            </a:lvl1pPr>
          </a:lstStyle>
          <a:p>
            <a:pPr>
              <a:defRPr/>
            </a:pPr>
            <a:fld id="{7D0024C6-96CD-46F0-BF17-E96C27807252}" type="slidenum">
              <a:rPr lang="en-US"/>
              <a:pPr>
                <a:defRPr/>
              </a:pPr>
              <a:t>‹#›</a:t>
            </a:fld>
            <a:endParaRPr lang="en-US"/>
          </a:p>
        </p:txBody>
      </p:sp>
    </p:spTree>
    <p:extLst>
      <p:ext uri="{BB962C8B-B14F-4D97-AF65-F5344CB8AC3E}">
        <p14:creationId xmlns:p14="http://schemas.microsoft.com/office/powerpoint/2010/main" val="340196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228600" indent="-228600">
              <a:buFont typeface="Wingdings" panose="05000000000000000000" pitchFamily="2" charset="2"/>
              <a:buChar char="v"/>
              <a:defRPr sz="1800">
                <a:latin typeface="Times New Roman" panose="02020603050405020304" pitchFamily="18" charset="0"/>
                <a:cs typeface="Times New Roman" panose="02020603050405020304" pitchFamily="18" charset="0"/>
              </a:defRPr>
            </a:lvl1pPr>
            <a:lvl2pPr marL="685800" indent="-228600">
              <a:buFont typeface="Wingdings" panose="05000000000000000000" pitchFamily="2" charset="2"/>
              <a:buChar char="§"/>
              <a:defRPr sz="2000">
                <a:latin typeface="Times New Roman" panose="02020603050405020304" pitchFamily="18" charset="0"/>
                <a:cs typeface="Times New Roman" panose="02020603050405020304" pitchFamily="18" charset="0"/>
              </a:defRPr>
            </a:lvl2pPr>
            <a:lvl3pPr marL="1143000" indent="-228600">
              <a:buFont typeface="Wingdings" panose="05000000000000000000" pitchFamily="2" charset="2"/>
              <a:buChar char="v"/>
              <a:defRPr sz="1800">
                <a:latin typeface="Times New Roman" panose="02020603050405020304" pitchFamily="18" charset="0"/>
                <a:cs typeface="Times New Roman" panose="02020603050405020304" pitchFamily="18" charset="0"/>
              </a:defRPr>
            </a:lvl3pPr>
            <a:lvl4pPr marL="1600200" indent="-228600">
              <a:buFont typeface="Wingdings" panose="05000000000000000000" pitchFamily="2" charset="2"/>
              <a:buChar char="v"/>
              <a:defRPr>
                <a:latin typeface="Times New Roman" panose="02020603050405020304" pitchFamily="18" charset="0"/>
                <a:cs typeface="Times New Roman" panose="02020603050405020304" pitchFamily="18" charset="0"/>
              </a:defRPr>
            </a:lvl4pPr>
            <a:lvl5pPr marL="2057400" indent="-228600">
              <a:buFont typeface="Wingdings" panose="05000000000000000000" pitchFamily="2" charset="2"/>
              <a:buChar char="v"/>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lvl1pPr>
              <a:defRPr sz="4000" b="1" cap="none" spc="0">
                <a:ln/>
                <a:solidFill>
                  <a:schemeClr val="accent1">
                    <a:lumMod val="50000"/>
                  </a:schemeClr>
                </a:solidFill>
                <a:effectLst/>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2" name="Date Placeholder 7">
            <a:extLst>
              <a:ext uri="{FF2B5EF4-FFF2-40B4-BE49-F238E27FC236}">
                <a16:creationId xmlns:a16="http://schemas.microsoft.com/office/drawing/2014/main" id="{F8697239-A58D-C69B-BCFB-F92BB2810502}"/>
              </a:ext>
            </a:extLst>
          </p:cNvPr>
          <p:cNvSpPr>
            <a:spLocks noGrp="1"/>
          </p:cNvSpPr>
          <p:nvPr>
            <p:ph type="dt" sz="half" idx="10"/>
          </p:nvPr>
        </p:nvSpPr>
        <p:spPr/>
        <p:txBody>
          <a:bodyPr/>
          <a:lstStyle>
            <a:lvl1pPr fontAlgn="auto">
              <a:spcBef>
                <a:spcPts val="0"/>
              </a:spcBef>
              <a:spcAft>
                <a:spcPts val="0"/>
              </a:spcAft>
              <a:defRPr sz="1200">
                <a:solidFill>
                  <a:srgbClr val="FF0000"/>
                </a:solidFill>
                <a:latin typeface="Times New Roman" panose="02020603050405020304" pitchFamily="18" charset="0"/>
                <a:cs typeface="Times New Roman" panose="02020603050405020304" pitchFamily="18" charset="0"/>
              </a:defRPr>
            </a:lvl1pPr>
          </a:lstStyle>
          <a:p>
            <a:pPr>
              <a:defRPr/>
            </a:pPr>
            <a:r>
              <a:rPr lang="en-US"/>
              <a:t>8/14/2020</a:t>
            </a:r>
            <a:endParaRPr lang="en-US" dirty="0"/>
          </a:p>
        </p:txBody>
      </p:sp>
      <p:sp>
        <p:nvSpPr>
          <p:cNvPr id="4" name="Footer Placeholder 8">
            <a:extLst>
              <a:ext uri="{FF2B5EF4-FFF2-40B4-BE49-F238E27FC236}">
                <a16:creationId xmlns:a16="http://schemas.microsoft.com/office/drawing/2014/main" id="{F982F94A-6178-D451-8531-7F7F397C33D2}"/>
              </a:ext>
            </a:extLst>
          </p:cNvPr>
          <p:cNvSpPr>
            <a:spLocks noGrp="1"/>
          </p:cNvSpPr>
          <p:nvPr>
            <p:ph type="ftr" sz="quarter" idx="11"/>
          </p:nvPr>
        </p:nvSpPr>
        <p:spPr/>
        <p:txBody>
          <a:bodyPr/>
          <a:lstStyle>
            <a:lvl1pPr>
              <a:defRPr/>
            </a:lvl1pPr>
          </a:lstStyle>
          <a:p>
            <a:pPr>
              <a:defRPr/>
            </a:pPr>
            <a:r>
              <a:rPr lang="en-IN"/>
              <a:t>Academic Year - 2021-22</a:t>
            </a:r>
            <a:endParaRPr lang="en-US" dirty="0"/>
          </a:p>
        </p:txBody>
      </p:sp>
      <p:sp>
        <p:nvSpPr>
          <p:cNvPr id="5" name="Slide Number Placeholder 9">
            <a:extLst>
              <a:ext uri="{FF2B5EF4-FFF2-40B4-BE49-F238E27FC236}">
                <a16:creationId xmlns:a16="http://schemas.microsoft.com/office/drawing/2014/main" id="{B499DF9C-7BC5-02B3-5361-D5B45B14EBC4}"/>
              </a:ext>
            </a:extLst>
          </p:cNvPr>
          <p:cNvSpPr>
            <a:spLocks noGrp="1"/>
          </p:cNvSpPr>
          <p:nvPr>
            <p:ph type="sldNum" sz="quarter" idx="12"/>
          </p:nvPr>
        </p:nvSpPr>
        <p:spPr>
          <a:xfrm>
            <a:off x="8610600" y="6381750"/>
            <a:ext cx="2743200" cy="365125"/>
          </a:xfrm>
        </p:spPr>
        <p:txBody>
          <a:bodyPr wrap="square" numCol="1" anchor="t" anchorCtr="0" compatLnSpc="1">
            <a:prstTxWarp prst="textNoShape">
              <a:avLst/>
            </a:prstTxWarp>
          </a:bodyPr>
          <a:lstStyle>
            <a:lvl1pPr>
              <a:defRPr sz="1400">
                <a:solidFill>
                  <a:srgbClr val="FF0000"/>
                </a:solidFill>
                <a:latin typeface="Calibri" panose="020F0502020204030204" pitchFamily="34" charset="0"/>
              </a:defRPr>
            </a:lvl1pPr>
          </a:lstStyle>
          <a:p>
            <a:pPr>
              <a:defRPr/>
            </a:pPr>
            <a:fld id="{75DF3CA7-2F1C-4F6A-A0A4-791BACF4D02A}" type="slidenum">
              <a:rPr lang="en-US" altLang="en-US"/>
              <a:pPr>
                <a:defRPr/>
              </a:pPr>
              <a:t>‹#›</a:t>
            </a:fld>
            <a:endParaRPr lang="en-US" altLang="en-US"/>
          </a:p>
        </p:txBody>
      </p:sp>
    </p:spTree>
    <p:extLst>
      <p:ext uri="{BB962C8B-B14F-4D97-AF65-F5344CB8AC3E}">
        <p14:creationId xmlns:p14="http://schemas.microsoft.com/office/powerpoint/2010/main" val="1520317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EC6597-2D8D-DF37-00F0-C4F111B949DE}"/>
              </a:ext>
            </a:extLst>
          </p:cNvPr>
          <p:cNvSpPr>
            <a:spLocks noGrp="1"/>
          </p:cNvSpPr>
          <p:nvPr>
            <p:ph type="dt" sz="half" idx="10"/>
          </p:nvPr>
        </p:nvSpPr>
        <p:spPr/>
        <p:txBody>
          <a:bodyPr/>
          <a:lstStyle>
            <a:lvl1pPr fontAlgn="auto">
              <a:spcBef>
                <a:spcPts val="0"/>
              </a:spcBef>
              <a:spcAft>
                <a:spcPts val="0"/>
              </a:spcAft>
              <a:defRPr>
                <a:latin typeface="+mn-lt"/>
                <a:cs typeface="+mn-cs"/>
              </a:defRPr>
            </a:lvl1pPr>
          </a:lstStyle>
          <a:p>
            <a:pPr>
              <a:defRPr/>
            </a:pPr>
            <a:r>
              <a:rPr lang="en-US"/>
              <a:t>8/14/2020</a:t>
            </a:r>
            <a:endParaRPr lang="en-US" dirty="0"/>
          </a:p>
        </p:txBody>
      </p:sp>
      <p:sp>
        <p:nvSpPr>
          <p:cNvPr id="4" name="Slide Number Placeholder 3">
            <a:extLst>
              <a:ext uri="{FF2B5EF4-FFF2-40B4-BE49-F238E27FC236}">
                <a16:creationId xmlns:a16="http://schemas.microsoft.com/office/drawing/2014/main" id="{F6BF83A3-80CD-DC81-9895-D31A5B16011D}"/>
              </a:ext>
            </a:extLst>
          </p:cNvPr>
          <p:cNvSpPr>
            <a:spLocks noGrp="1"/>
          </p:cNvSpPr>
          <p:nvPr>
            <p:ph type="sldNum" sz="quarter" idx="11"/>
          </p:nvPr>
        </p:nvSpPr>
        <p:spPr>
          <a:xfrm>
            <a:off x="8610600" y="6381750"/>
            <a:ext cx="2743200" cy="365125"/>
          </a:xfrm>
        </p:spPr>
        <p:txBody>
          <a:bodyPr wrap="square" numCol="1" anchor="t" anchorCtr="0" compatLnSpc="1">
            <a:prstTxWarp prst="textNoShape">
              <a:avLst/>
            </a:prstTxWarp>
          </a:bodyPr>
          <a:lstStyle>
            <a:lvl1pPr>
              <a:defRPr>
                <a:latin typeface="Calibri" panose="020F0502020204030204" pitchFamily="34" charset="0"/>
              </a:defRPr>
            </a:lvl1pPr>
          </a:lstStyle>
          <a:p>
            <a:pPr>
              <a:defRPr/>
            </a:pPr>
            <a:fld id="{C9DE5282-EEDC-4654-BC1C-96EE65633F31}"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5703E12C-6BA1-8939-1CED-34FBA79D92DC}"/>
              </a:ext>
            </a:extLst>
          </p:cNvPr>
          <p:cNvSpPr>
            <a:spLocks noGrp="1"/>
          </p:cNvSpPr>
          <p:nvPr>
            <p:ph type="ftr" sz="quarter" idx="12"/>
          </p:nvPr>
        </p:nvSpPr>
        <p:spPr/>
        <p:txBody>
          <a:bodyPr/>
          <a:lstStyle>
            <a:lvl1pPr>
              <a:defRPr/>
            </a:lvl1pPr>
          </a:lstStyle>
          <a:p>
            <a:pPr>
              <a:defRPr/>
            </a:pPr>
            <a:r>
              <a:rPr lang="en-IN"/>
              <a:t>Academic Year - 2021-22</a:t>
            </a:r>
            <a:endParaRPr lang="en-US" dirty="0"/>
          </a:p>
        </p:txBody>
      </p:sp>
    </p:spTree>
    <p:extLst>
      <p:ext uri="{BB962C8B-B14F-4D97-AF65-F5344CB8AC3E}">
        <p14:creationId xmlns:p14="http://schemas.microsoft.com/office/powerpoint/2010/main" val="3276053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9FA1F14-810B-429E-1CE5-1EAAA97FD741}"/>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2F876A6-8491-9CF8-C3BA-BABAD804D4C5}"/>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F1D7F3E-A69F-22A3-1653-9423E77C34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r>
              <a:rPr lang="en-US"/>
              <a:t>8/14/2020</a:t>
            </a:r>
            <a:endParaRPr lang="en-US" dirty="0"/>
          </a:p>
        </p:txBody>
      </p:sp>
      <p:sp>
        <p:nvSpPr>
          <p:cNvPr id="5" name="Footer Placeholder 4">
            <a:extLst>
              <a:ext uri="{FF2B5EF4-FFF2-40B4-BE49-F238E27FC236}">
                <a16:creationId xmlns:a16="http://schemas.microsoft.com/office/drawing/2014/main" id="{A62A12AC-C3A8-92A3-939D-3541C740CD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IN"/>
              <a:t>Academic Year - 2021-22</a:t>
            </a:r>
            <a:endParaRPr lang="en-US" dirty="0"/>
          </a:p>
        </p:txBody>
      </p:sp>
      <p:sp>
        <p:nvSpPr>
          <p:cNvPr id="6" name="Slide Number Placeholder 5">
            <a:extLst>
              <a:ext uri="{FF2B5EF4-FFF2-40B4-BE49-F238E27FC236}">
                <a16:creationId xmlns:a16="http://schemas.microsoft.com/office/drawing/2014/main" id="{419E9DF6-4252-9103-AF18-1F5F1ECE4B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D57BBF07-5EFF-4FFB-B0F1-96571AEFCEF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190" r:id="rId1"/>
    <p:sldLayoutId id="2147484181" r:id="rId2"/>
    <p:sldLayoutId id="2147484182" r:id="rId3"/>
    <p:sldLayoutId id="2147484183" r:id="rId4"/>
    <p:sldLayoutId id="2147484184" r:id="rId5"/>
    <p:sldLayoutId id="2147484185" r:id="rId6"/>
    <p:sldLayoutId id="2147484191" r:id="rId7"/>
    <p:sldLayoutId id="2147484186" r:id="rId8"/>
    <p:sldLayoutId id="2147484187" r:id="rId9"/>
    <p:sldLayoutId id="2147484188" r:id="rId10"/>
    <p:sldLayoutId id="2147484189" r:id="rId11"/>
    <p:sldLayoutId id="2147484192" r:id="rId12"/>
    <p:sldLayoutId id="2147484193" r:id="rId13"/>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owardsdatascience.com/building-a-machine-learning-model-that-healthcare-providers-will-use-25fbf229c635"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kaggle.com/" TargetMode="External"/><Relationship Id="rId4" Type="http://schemas.openxmlformats.org/officeDocument/2006/relationships/hyperlink" Target="https://www.mdpi.com/2227-7390/9/22/297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5105885-AD45-AB16-83C0-C6BF515C9196}"/>
              </a:ext>
            </a:extLst>
          </p:cNvPr>
          <p:cNvSpPr/>
          <p:nvPr/>
        </p:nvSpPr>
        <p:spPr>
          <a:xfrm>
            <a:off x="9525" y="6445250"/>
            <a:ext cx="12192000" cy="409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4" name="Content Placeholder 3">
            <a:extLst>
              <a:ext uri="{FF2B5EF4-FFF2-40B4-BE49-F238E27FC236}">
                <a16:creationId xmlns:a16="http://schemas.microsoft.com/office/drawing/2014/main" id="{1C645CEC-4898-3A5B-92C7-824198E8DCCD}"/>
              </a:ext>
            </a:extLst>
          </p:cNvPr>
          <p:cNvSpPr>
            <a:spLocks noGrp="1"/>
          </p:cNvSpPr>
          <p:nvPr>
            <p:ph idx="1"/>
          </p:nvPr>
        </p:nvSpPr>
        <p:spPr>
          <a:xfrm>
            <a:off x="295275" y="1641475"/>
            <a:ext cx="11691938" cy="4668838"/>
          </a:xfrm>
        </p:spPr>
        <p:txBody>
          <a:bodyPr rtlCol="0">
            <a:normAutofit lnSpcReduction="10000"/>
          </a:bodyPr>
          <a:lstStyle/>
          <a:p>
            <a:pPr marL="0" indent="0" algn="ctr" eaLnBrk="1" fontAlgn="auto" hangingPunct="1">
              <a:spcAft>
                <a:spcPts val="0"/>
              </a:spcAft>
              <a:buFont typeface="Arial" panose="020B0604020202020204" pitchFamily="34" charset="0"/>
              <a:buNone/>
              <a:defRPr/>
            </a:pPr>
            <a:endParaRPr lang="en-US" dirty="0">
              <a:latin typeface="Calibri (Body)"/>
            </a:endParaRPr>
          </a:p>
          <a:p>
            <a:pPr marL="0" indent="0" algn="ctr" eaLnBrk="1" fontAlgn="auto" hangingPunct="1">
              <a:spcAft>
                <a:spcPts val="0"/>
              </a:spcAft>
              <a:buFont typeface="Arial" panose="020B0604020202020204" pitchFamily="34" charset="0"/>
              <a:buNone/>
              <a:defRPr/>
            </a:pPr>
            <a:r>
              <a:rPr lang="en-US" dirty="0">
                <a:latin typeface="Calibri (Body)"/>
              </a:rPr>
              <a:t>Department: Computer Science and Engineering</a:t>
            </a:r>
          </a:p>
          <a:p>
            <a:pPr marL="0" indent="0" algn="ctr" eaLnBrk="1" fontAlgn="auto" hangingPunct="1">
              <a:spcAft>
                <a:spcPts val="0"/>
              </a:spcAft>
              <a:buFont typeface="Arial" panose="020B0604020202020204" pitchFamily="34" charset="0"/>
              <a:buNone/>
              <a:defRPr/>
            </a:pPr>
            <a:r>
              <a:rPr lang="en-US" dirty="0">
                <a:latin typeface="Calibri (Body)"/>
              </a:rPr>
              <a:t>Semester: 7  </a:t>
            </a:r>
          </a:p>
          <a:p>
            <a:pPr marL="0" indent="0" algn="ctr" eaLnBrk="1" fontAlgn="auto" hangingPunct="1">
              <a:spcAft>
                <a:spcPts val="0"/>
              </a:spcAft>
              <a:buNone/>
              <a:defRPr/>
            </a:pPr>
            <a:r>
              <a:rPr lang="en-US" dirty="0">
                <a:latin typeface="Calibri (Body)"/>
                <a:cs typeface="Times New Roman"/>
              </a:rPr>
              <a:t>Capstone Project – I</a:t>
            </a:r>
          </a:p>
          <a:p>
            <a:pPr marL="0" indent="0" algn="ctr">
              <a:spcAft>
                <a:spcPts val="0"/>
              </a:spcAft>
              <a:buNone/>
              <a:defRPr/>
            </a:pPr>
            <a:endParaRPr lang="en-US" dirty="0">
              <a:latin typeface="Calibri (Body)"/>
              <a:cs typeface="Times New Roman"/>
            </a:endParaRPr>
          </a:p>
          <a:p>
            <a:pPr marL="0" indent="0" algn="ctr">
              <a:spcAft>
                <a:spcPts val="0"/>
              </a:spcAft>
              <a:buNone/>
              <a:defRPr/>
            </a:pPr>
            <a:r>
              <a:rPr lang="en-US" sz="3000" b="1" dirty="0">
                <a:latin typeface="Calibri (Body)"/>
              </a:rPr>
              <a:t>Vita Watch: Healthcare Alert System</a:t>
            </a:r>
            <a:endParaRPr lang="en-US" sz="3000" dirty="0">
              <a:latin typeface="Calibri (Body)"/>
            </a:endParaRPr>
          </a:p>
          <a:p>
            <a:pPr marL="0" indent="0" algn="ctr" eaLnBrk="1" fontAlgn="auto" hangingPunct="1">
              <a:spcAft>
                <a:spcPts val="0"/>
              </a:spcAft>
              <a:buFont typeface="Arial" panose="020B0604020202020204" pitchFamily="34" charset="0"/>
              <a:buNone/>
              <a:defRPr/>
            </a:pPr>
            <a:endParaRPr lang="en-US" dirty="0">
              <a:latin typeface="Calibri (Body)"/>
            </a:endParaRPr>
          </a:p>
          <a:p>
            <a:pPr marL="0" indent="0" algn="ctr" eaLnBrk="1" fontAlgn="auto" hangingPunct="1">
              <a:spcAft>
                <a:spcPts val="0"/>
              </a:spcAft>
              <a:buNone/>
              <a:defRPr/>
            </a:pPr>
            <a:endParaRPr lang="en-US" dirty="0">
              <a:latin typeface="Calibri (Body)"/>
            </a:endParaRPr>
          </a:p>
          <a:p>
            <a:pPr marL="0" indent="0" eaLnBrk="1" fontAlgn="auto" hangingPunct="1">
              <a:spcAft>
                <a:spcPts val="0"/>
              </a:spcAft>
              <a:buNone/>
              <a:defRPr/>
            </a:pPr>
            <a:r>
              <a:rPr lang="en-US" sz="2400" dirty="0">
                <a:latin typeface="Calibri (Body)"/>
              </a:rPr>
              <a:t>Prepared by: Ambani Jeel, Pandya Aditya 		Internal Guide: Ms. Safeya </a:t>
            </a:r>
            <a:r>
              <a:rPr lang="en-US" sz="2400" dirty="0" err="1">
                <a:latin typeface="Calibri (Body)"/>
              </a:rPr>
              <a:t>Dharmajwala</a:t>
            </a:r>
          </a:p>
          <a:p>
            <a:pPr marL="0" indent="0" eaLnBrk="1" fontAlgn="auto" hangingPunct="1">
              <a:spcAft>
                <a:spcPts val="0"/>
              </a:spcAft>
              <a:buFont typeface="Arial" panose="020B0604020202020204" pitchFamily="34" charset="0"/>
              <a:buNone/>
              <a:defRPr/>
            </a:pPr>
            <a:r>
              <a:rPr lang="en-US" sz="2400" dirty="0">
                <a:latin typeface="Calibri (Body)"/>
              </a:rPr>
              <a:t>Enrollment No: 2101201081, 2101201009    		Designation : Assistant Professor</a:t>
            </a:r>
          </a:p>
          <a:p>
            <a:pPr marL="0" indent="0" algn="ctr" eaLnBrk="1" fontAlgn="auto" hangingPunct="1">
              <a:spcAft>
                <a:spcPts val="0"/>
              </a:spcAft>
              <a:buFont typeface="Arial" panose="020B0604020202020204" pitchFamily="34" charset="0"/>
              <a:buNone/>
              <a:defRPr/>
            </a:pPr>
            <a:endParaRPr lang="en-US" dirty="0">
              <a:latin typeface="Calibri (Body)"/>
            </a:endParaRPr>
          </a:p>
          <a:p>
            <a:pPr marL="0" indent="0" algn="ctr" eaLnBrk="1" fontAlgn="auto" hangingPunct="1">
              <a:spcAft>
                <a:spcPts val="0"/>
              </a:spcAft>
              <a:buFont typeface="Arial" panose="020B0604020202020204" pitchFamily="34" charset="0"/>
              <a:buNone/>
              <a:defRPr/>
            </a:pPr>
            <a:endParaRPr lang="en-IN" dirty="0">
              <a:latin typeface="Calibri (Body)"/>
            </a:endParaRPr>
          </a:p>
        </p:txBody>
      </p:sp>
      <p:sp>
        <p:nvSpPr>
          <p:cNvPr id="17411" name="Footer Placeholder 4">
            <a:extLst>
              <a:ext uri="{FF2B5EF4-FFF2-40B4-BE49-F238E27FC236}">
                <a16:creationId xmlns:a16="http://schemas.microsoft.com/office/drawing/2014/main" id="{CE30FF33-A01B-9E48-A1C1-24A41ACCACBB}"/>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17412" name="Slide Number Placeholder 5">
            <a:extLst>
              <a:ext uri="{FF2B5EF4-FFF2-40B4-BE49-F238E27FC236}">
                <a16:creationId xmlns:a16="http://schemas.microsoft.com/office/drawing/2014/main" id="{A8CAC223-5A2A-8AA0-626E-AAD75154B79E}"/>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7E98C3B-1C8C-4668-A411-1C1F249153A4}" type="slidenum">
              <a:rPr lang="en-US" altLang="en-US" sz="1600" smtClean="0">
                <a:solidFill>
                  <a:schemeClr val="bg1"/>
                </a:solidFill>
              </a:rPr>
              <a:pPr fontAlgn="base">
                <a:lnSpc>
                  <a:spcPct val="100000"/>
                </a:lnSpc>
                <a:spcBef>
                  <a:spcPct val="0"/>
                </a:spcBef>
                <a:spcAft>
                  <a:spcPct val="0"/>
                </a:spcAft>
                <a:buFontTx/>
                <a:buNone/>
              </a:pPr>
              <a:t>1</a:t>
            </a:fld>
            <a:endParaRPr lang="en-US" altLang="en-US" sz="1600">
              <a:solidFill>
                <a:schemeClr val="bg1"/>
              </a:solidFill>
            </a:endParaRPr>
          </a:p>
        </p:txBody>
      </p:sp>
      <p:sp>
        <p:nvSpPr>
          <p:cNvPr id="11" name="Rectangle 10">
            <a:extLst>
              <a:ext uri="{FF2B5EF4-FFF2-40B4-BE49-F238E27FC236}">
                <a16:creationId xmlns:a16="http://schemas.microsoft.com/office/drawing/2014/main" id="{F858CA7D-B2E2-6F43-74B3-330C4A3DC8CA}"/>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solidFill>
                <a:schemeClr val="accent1"/>
              </a:solidFill>
              <a:highlight>
                <a:srgbClr val="0000FF"/>
              </a:highlight>
            </a:endParaRPr>
          </a:p>
        </p:txBody>
      </p:sp>
      <p:sp>
        <p:nvSpPr>
          <p:cNvPr id="17414" name="TextBox 12">
            <a:extLst>
              <a:ext uri="{FF2B5EF4-FFF2-40B4-BE49-F238E27FC236}">
                <a16:creationId xmlns:a16="http://schemas.microsoft.com/office/drawing/2014/main" id="{4C680620-52C3-11C6-7E2C-9DE809A048DC}"/>
              </a:ext>
            </a:extLst>
          </p:cNvPr>
          <p:cNvSpPr txBox="1">
            <a:spLocks noChangeArrowheads="1"/>
          </p:cNvSpPr>
          <p:nvPr/>
        </p:nvSpPr>
        <p:spPr bwMode="auto">
          <a:xfrm>
            <a:off x="557213" y="509588"/>
            <a:ext cx="10440987"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3000" b="1" dirty="0">
                <a:solidFill>
                  <a:schemeClr val="accent1"/>
                </a:solidFill>
                <a:latin typeface="Calibri"/>
                <a:ea typeface="Calibri"/>
                <a:cs typeface="Calibri"/>
              </a:rPr>
              <a:t>Krishna School of Emerging </a:t>
            </a:r>
          </a:p>
          <a:p>
            <a:pPr algn="ctr" eaLnBrk="1" hangingPunct="1">
              <a:lnSpc>
                <a:spcPct val="100000"/>
              </a:lnSpc>
              <a:spcBef>
                <a:spcPct val="0"/>
              </a:spcBef>
              <a:buFontTx/>
              <a:buNone/>
            </a:pPr>
            <a:r>
              <a:rPr lang="en-US" altLang="en-US" sz="3000" b="1" dirty="0">
                <a:solidFill>
                  <a:schemeClr val="accent1"/>
                </a:solidFill>
                <a:latin typeface="Calibri"/>
                <a:ea typeface="Calibri"/>
                <a:cs typeface="Calibri"/>
              </a:rPr>
              <a:t>Technology &amp; Applied Research </a:t>
            </a:r>
          </a:p>
        </p:txBody>
      </p:sp>
      <p:cxnSp>
        <p:nvCxnSpPr>
          <p:cNvPr id="18" name="Straight Connector 17">
            <a:extLst>
              <a:ext uri="{FF2B5EF4-FFF2-40B4-BE49-F238E27FC236}">
                <a16:creationId xmlns:a16="http://schemas.microsoft.com/office/drawing/2014/main" id="{BCE1B815-AB93-C73E-8905-5B24BB342651}"/>
              </a:ext>
            </a:extLst>
          </p:cNvPr>
          <p:cNvCxnSpPr>
            <a:cxnSpLocks/>
          </p:cNvCxnSpPr>
          <p:nvPr/>
        </p:nvCxnSpPr>
        <p:spPr>
          <a:xfrm>
            <a:off x="0" y="1655763"/>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17416" name="Picture 2">
            <a:extLst>
              <a:ext uri="{FF2B5EF4-FFF2-40B4-BE49-F238E27FC236}">
                <a16:creationId xmlns:a16="http://schemas.microsoft.com/office/drawing/2014/main" id="{60E772E3-AA2D-AC3D-CB1E-1759F6A77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407988"/>
            <a:ext cx="126523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5">
            <a:extLst>
              <a:ext uri="{FF2B5EF4-FFF2-40B4-BE49-F238E27FC236}">
                <a16:creationId xmlns:a16="http://schemas.microsoft.com/office/drawing/2014/main" id="{9DD75E15-93A0-00FB-36CF-25A2F5F48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1113" y="517525"/>
            <a:ext cx="16541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BC5656-BEA1-435C-FB75-5E81F04FAD95}"/>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12291" name="Content Placeholder 3">
            <a:extLst>
              <a:ext uri="{FF2B5EF4-FFF2-40B4-BE49-F238E27FC236}">
                <a16:creationId xmlns:a16="http://schemas.microsoft.com/office/drawing/2014/main" id="{99512034-1792-3B13-D639-B5A602E8EA4E}"/>
              </a:ext>
            </a:extLst>
          </p:cNvPr>
          <p:cNvSpPr>
            <a:spLocks noGrp="1" noChangeArrowheads="1"/>
          </p:cNvSpPr>
          <p:nvPr>
            <p:ph idx="1"/>
          </p:nvPr>
        </p:nvSpPr>
        <p:spPr>
          <a:xfrm>
            <a:off x="427038" y="1238250"/>
            <a:ext cx="11487150" cy="5041900"/>
          </a:xfrm>
        </p:spPr>
        <p:txBody>
          <a:bodyPr/>
          <a:lstStyle/>
          <a:p>
            <a:pPr algn="just" eaLnBrk="1" hangingPunct="1">
              <a:defRPr/>
            </a:pPr>
            <a:r>
              <a:rPr lang="en-IN" altLang="en-US" sz="2400" dirty="0"/>
              <a:t>H</a:t>
            </a:r>
            <a:r>
              <a:rPr lang="en-IN" sz="2400" dirty="0">
                <a:ea typeface="+mn-lt"/>
                <a:cs typeface="+mn-lt"/>
              </a:rPr>
              <a:t>ealthcare monitoring and risk prediction, a crucial aspect of modern medicine, addresses conditions influenced by factors such as age, lifestyle, genetics, and underlying health issues (e.g., high blood pressure, respiratory anomalies). Early identification and timely alerts are vital for mitigating risks, but traditional approaches often lack real-time insights and accessibility.</a:t>
            </a:r>
            <a:endParaRPr lang="en-IN" altLang="en-US" sz="2400" dirty="0">
              <a:ea typeface="Calibri"/>
              <a:cs typeface="Calibri"/>
            </a:endParaRPr>
          </a:p>
          <a:p>
            <a:pPr marL="0" indent="0" algn="just" eaLnBrk="1" hangingPunct="1">
              <a:buFont typeface="Arial" panose="020B0604020202020204" pitchFamily="34" charset="0"/>
              <a:buNone/>
              <a:defRPr/>
            </a:pPr>
            <a:endParaRPr lang="en-IN" altLang="en-US" sz="2400" dirty="0"/>
          </a:p>
          <a:p>
            <a:pPr algn="just" eaLnBrk="1" hangingPunct="1">
              <a:defRPr/>
            </a:pPr>
            <a:r>
              <a:rPr lang="en-IN" altLang="en-US" sz="2400" dirty="0"/>
              <a:t>This </a:t>
            </a:r>
            <a:r>
              <a:rPr lang="en-IN" sz="2400" dirty="0">
                <a:ea typeface="+mn-lt"/>
                <a:cs typeface="+mn-lt"/>
              </a:rPr>
              <a:t>research domain focuses on leveraging machine learning and data analytics to develop a Healthcare Risk Prediction System that evaluates the likelihood of health risks based on vital sign data. By analysing factors such as temperature, heart rate, and oxygen saturation, the system predicts risk levels and offers personalised recommendations for intervention and prevention. This approach aims to provide an accessible, user-friendly platform that enables proactive health management and supports timely medical decision-making.</a:t>
            </a:r>
            <a:endParaRPr lang="en-IN" altLang="en-US" sz="2400" dirty="0">
              <a:ea typeface="Calibri"/>
              <a:cs typeface="Calibri"/>
            </a:endParaRPr>
          </a:p>
        </p:txBody>
      </p:sp>
      <p:sp>
        <p:nvSpPr>
          <p:cNvPr id="19459" name="Footer Placeholder 4">
            <a:extLst>
              <a:ext uri="{FF2B5EF4-FFF2-40B4-BE49-F238E27FC236}">
                <a16:creationId xmlns:a16="http://schemas.microsoft.com/office/drawing/2014/main" id="{571288FF-1C7E-E1C3-60EB-C1E2F421B6AD}"/>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19460" name="Slide Number Placeholder 5">
            <a:extLst>
              <a:ext uri="{FF2B5EF4-FFF2-40B4-BE49-F238E27FC236}">
                <a16:creationId xmlns:a16="http://schemas.microsoft.com/office/drawing/2014/main" id="{FD00951B-95FB-7073-237C-0AE9C125B429}"/>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8843625-C4D1-4053-A43D-DB775AB2186A}" type="slidenum">
              <a:rPr lang="en-US" altLang="en-US" sz="1600" smtClean="0">
                <a:solidFill>
                  <a:schemeClr val="bg1"/>
                </a:solidFill>
              </a:rPr>
              <a:pPr fontAlgn="base">
                <a:lnSpc>
                  <a:spcPct val="100000"/>
                </a:lnSpc>
                <a:spcBef>
                  <a:spcPct val="0"/>
                </a:spcBef>
                <a:spcAft>
                  <a:spcPct val="0"/>
                </a:spcAft>
                <a:buFontTx/>
                <a:buNone/>
              </a:pPr>
              <a:t>2</a:t>
            </a:fld>
            <a:endParaRPr lang="en-US" altLang="en-US" sz="1600">
              <a:solidFill>
                <a:schemeClr val="bg1"/>
              </a:solidFill>
            </a:endParaRPr>
          </a:p>
        </p:txBody>
      </p:sp>
      <p:sp>
        <p:nvSpPr>
          <p:cNvPr id="11" name="Rectangle 10">
            <a:extLst>
              <a:ext uri="{FF2B5EF4-FFF2-40B4-BE49-F238E27FC236}">
                <a16:creationId xmlns:a16="http://schemas.microsoft.com/office/drawing/2014/main" id="{7BBF331A-6846-7F09-32C6-D9527500243E}"/>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19462" name="TextBox 12">
            <a:extLst>
              <a:ext uri="{FF2B5EF4-FFF2-40B4-BE49-F238E27FC236}">
                <a16:creationId xmlns:a16="http://schemas.microsoft.com/office/drawing/2014/main" id="{1C982817-C8EE-02BB-A8BC-34E04BF887AE}"/>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Introduction of the Research domain </a:t>
            </a:r>
          </a:p>
          <a:p>
            <a:pPr eaLnBrk="1" hangingPunct="1">
              <a:lnSpc>
                <a:spcPct val="100000"/>
              </a:lnSpc>
              <a:spcBef>
                <a:spcPct val="0"/>
              </a:spcBef>
              <a:buFontTx/>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5D550252-F009-2BB4-C5E4-B7533975773B}"/>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19464" name="Footer Placeholder 4">
            <a:extLst>
              <a:ext uri="{FF2B5EF4-FFF2-40B4-BE49-F238E27FC236}">
                <a16:creationId xmlns:a16="http://schemas.microsoft.com/office/drawing/2014/main" id="{6220F695-0BDD-42E0-82D2-4A455B8CBEA8}"/>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56A2A14-D5A8-4CCF-4166-C15CE6E64130}"/>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21506" name="Footer Placeholder 4">
            <a:extLst>
              <a:ext uri="{FF2B5EF4-FFF2-40B4-BE49-F238E27FC236}">
                <a16:creationId xmlns:a16="http://schemas.microsoft.com/office/drawing/2014/main" id="{75FAD836-4C30-42D2-CAA4-9792146D0A9B}"/>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21507" name="Slide Number Placeholder 5">
            <a:extLst>
              <a:ext uri="{FF2B5EF4-FFF2-40B4-BE49-F238E27FC236}">
                <a16:creationId xmlns:a16="http://schemas.microsoft.com/office/drawing/2014/main" id="{24B1985E-B13D-7A5C-0E33-98545553CC62}"/>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8577B46-5B02-408F-A62C-54B08035B61D}" type="slidenum">
              <a:rPr lang="en-US" altLang="en-US" sz="1600" smtClean="0">
                <a:solidFill>
                  <a:schemeClr val="bg1"/>
                </a:solidFill>
              </a:rPr>
              <a:pPr fontAlgn="base">
                <a:lnSpc>
                  <a:spcPct val="100000"/>
                </a:lnSpc>
                <a:spcBef>
                  <a:spcPct val="0"/>
                </a:spcBef>
                <a:spcAft>
                  <a:spcPct val="0"/>
                </a:spcAft>
                <a:buFontTx/>
                <a:buNone/>
              </a:pPr>
              <a:t>3</a:t>
            </a:fld>
            <a:endParaRPr lang="en-US" altLang="en-US" sz="1600">
              <a:solidFill>
                <a:schemeClr val="bg1"/>
              </a:solidFill>
            </a:endParaRPr>
          </a:p>
        </p:txBody>
      </p:sp>
      <p:sp>
        <p:nvSpPr>
          <p:cNvPr id="11" name="Rectangle 10">
            <a:extLst>
              <a:ext uri="{FF2B5EF4-FFF2-40B4-BE49-F238E27FC236}">
                <a16:creationId xmlns:a16="http://schemas.microsoft.com/office/drawing/2014/main" id="{1D9A402D-F12E-8EDD-DD39-003625B2F26E}"/>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1509" name="TextBox 12">
            <a:extLst>
              <a:ext uri="{FF2B5EF4-FFF2-40B4-BE49-F238E27FC236}">
                <a16:creationId xmlns:a16="http://schemas.microsoft.com/office/drawing/2014/main" id="{2D9DE644-0A1E-FB6B-A017-9388108DE9C1}"/>
              </a:ext>
            </a:extLst>
          </p:cNvPr>
          <p:cNvSpPr txBox="1">
            <a:spLocks noChangeArrowheads="1"/>
          </p:cNvSpPr>
          <p:nvPr/>
        </p:nvSpPr>
        <p:spPr bwMode="auto">
          <a:xfrm>
            <a:off x="412750" y="450850"/>
            <a:ext cx="114871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Literature Review</a:t>
            </a:r>
          </a:p>
        </p:txBody>
      </p:sp>
      <p:cxnSp>
        <p:nvCxnSpPr>
          <p:cNvPr id="18" name="Straight Connector 17">
            <a:extLst>
              <a:ext uri="{FF2B5EF4-FFF2-40B4-BE49-F238E27FC236}">
                <a16:creationId xmlns:a16="http://schemas.microsoft.com/office/drawing/2014/main" id="{9D6B0B1A-0879-9D84-AE62-34B29E7F22DE}"/>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21511" name="Footer Placeholder 4">
            <a:extLst>
              <a:ext uri="{FF2B5EF4-FFF2-40B4-BE49-F238E27FC236}">
                <a16:creationId xmlns:a16="http://schemas.microsoft.com/office/drawing/2014/main" id="{A4747FE7-2014-D1B1-CD1D-E1B8160C1A88}"/>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graphicFrame>
        <p:nvGraphicFramePr>
          <p:cNvPr id="2" name="Table 1">
            <a:extLst>
              <a:ext uri="{FF2B5EF4-FFF2-40B4-BE49-F238E27FC236}">
                <a16:creationId xmlns:a16="http://schemas.microsoft.com/office/drawing/2014/main" id="{1E254505-A6B5-FF79-270D-6FB0FA9FF5FA}"/>
              </a:ext>
            </a:extLst>
          </p:cNvPr>
          <p:cNvGraphicFramePr>
            <a:graphicFrameLocks noGrp="1"/>
          </p:cNvGraphicFramePr>
          <p:nvPr>
            <p:extLst>
              <p:ext uri="{D42A27DB-BD31-4B8C-83A1-F6EECF244321}">
                <p14:modId xmlns:p14="http://schemas.microsoft.com/office/powerpoint/2010/main" val="1203268077"/>
              </p:ext>
            </p:extLst>
          </p:nvPr>
        </p:nvGraphicFramePr>
        <p:xfrm>
          <a:off x="584200" y="1289050"/>
          <a:ext cx="10869613" cy="2011394"/>
        </p:xfrm>
        <a:graphic>
          <a:graphicData uri="http://schemas.openxmlformats.org/drawingml/2006/table">
            <a:tbl>
              <a:tblPr firstRow="1" bandRow="1">
                <a:tableStyleId>{5C22544A-7EE6-4342-B048-85BDC9FD1C3A}</a:tableStyleId>
              </a:tblPr>
              <a:tblGrid>
                <a:gridCol w="980557">
                  <a:extLst>
                    <a:ext uri="{9D8B030D-6E8A-4147-A177-3AD203B41FA5}">
                      <a16:colId xmlns:a16="http://schemas.microsoft.com/office/drawing/2014/main" val="20000"/>
                    </a:ext>
                  </a:extLst>
                </a:gridCol>
                <a:gridCol w="5034132">
                  <a:extLst>
                    <a:ext uri="{9D8B030D-6E8A-4147-A177-3AD203B41FA5}">
                      <a16:colId xmlns:a16="http://schemas.microsoft.com/office/drawing/2014/main" val="20001"/>
                    </a:ext>
                  </a:extLst>
                </a:gridCol>
                <a:gridCol w="3176879">
                  <a:extLst>
                    <a:ext uri="{9D8B030D-6E8A-4147-A177-3AD203B41FA5}">
                      <a16:colId xmlns:a16="http://schemas.microsoft.com/office/drawing/2014/main" val="20002"/>
                    </a:ext>
                  </a:extLst>
                </a:gridCol>
                <a:gridCol w="1678045">
                  <a:extLst>
                    <a:ext uri="{9D8B030D-6E8A-4147-A177-3AD203B41FA5}">
                      <a16:colId xmlns:a16="http://schemas.microsoft.com/office/drawing/2014/main" val="20003"/>
                    </a:ext>
                  </a:extLst>
                </a:gridCol>
              </a:tblGrid>
              <a:tr h="822810">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Sr. No.</a:t>
                      </a:r>
                      <a:endParaRPr sz="2400" dirty="0">
                        <a:latin typeface="+mn-lt"/>
                        <a:cs typeface="Times New Roman" panose="02020603050405020304" pitchFamily="18" charset="0"/>
                      </a:endParaRPr>
                    </a:p>
                  </a:txBody>
                  <a:tcPr marL="91454" marR="91454" marT="45651" marB="45651"/>
                </a:tc>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Paper Title</a:t>
                      </a:r>
                      <a:endParaRPr sz="2400" dirty="0">
                        <a:latin typeface="+mn-lt"/>
                        <a:cs typeface="Times New Roman" panose="02020603050405020304" pitchFamily="18" charset="0"/>
                      </a:endParaRPr>
                    </a:p>
                  </a:txBody>
                  <a:tcPr marL="91454" marR="91454" marT="45651" marB="45651"/>
                </a:tc>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Publication</a:t>
                      </a:r>
                      <a:endParaRPr sz="2400" dirty="0">
                        <a:latin typeface="+mn-lt"/>
                        <a:cs typeface="Times New Roman" panose="02020603050405020304" pitchFamily="18" charset="0"/>
                      </a:endParaRPr>
                    </a:p>
                  </a:txBody>
                  <a:tcPr marL="91454" marR="91454" marT="45651" marB="45651"/>
                </a:tc>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Year</a:t>
                      </a:r>
                      <a:endParaRPr sz="2400" dirty="0">
                        <a:latin typeface="+mn-lt"/>
                        <a:cs typeface="Times New Roman" panose="02020603050405020304" pitchFamily="18" charset="0"/>
                      </a:endParaRPr>
                    </a:p>
                  </a:txBody>
                  <a:tcPr marL="91454" marR="91454" marT="45651" marB="45651"/>
                </a:tc>
                <a:extLst>
                  <a:ext uri="{0D108BD9-81ED-4DB2-BD59-A6C34878D82A}">
                    <a16:rowId xmlns:a16="http://schemas.microsoft.com/office/drawing/2014/main" val="10000"/>
                  </a:ext>
                </a:extLst>
              </a:tr>
              <a:tr h="1188553">
                <a:tc>
                  <a:txBody>
                    <a:bodyPr/>
                    <a:lstStyle/>
                    <a:p>
                      <a:pPr algn="ctr"/>
                      <a:r>
                        <a:rPr lang="en-US" sz="2400" dirty="0">
                          <a:latin typeface="+mn-lt"/>
                          <a:cs typeface="Times New Roman" panose="02020603050405020304" pitchFamily="18" charset="0"/>
                        </a:rPr>
                        <a:t>1.</a:t>
                      </a:r>
                      <a:endParaRPr lang="en-IN" sz="2400" dirty="0">
                        <a:latin typeface="+mn-lt"/>
                        <a:cs typeface="Times New Roman" panose="02020603050405020304" pitchFamily="18" charset="0"/>
                      </a:endParaRPr>
                    </a:p>
                  </a:txBody>
                  <a:tcPr marL="91444" marR="91444" marT="45646" marB="45646"/>
                </a:tc>
                <a:tc>
                  <a:txBody>
                    <a:bodyPr/>
                    <a:lstStyle/>
                    <a:p>
                      <a:pPr lvl="0">
                        <a:buNone/>
                      </a:pPr>
                      <a:r>
                        <a:rPr lang="en-IN" sz="2400" b="0" i="0" dirty="0">
                          <a:solidFill>
                            <a:srgbClr val="000000"/>
                          </a:solidFill>
                          <a:latin typeface="Calibri"/>
                        </a:rPr>
                        <a:t>Health Risk Assessment Using Machine Learning: Systematic Review</a:t>
                      </a:r>
                      <a:endParaRPr lang="en-US" sz="2400" b="0" dirty="0">
                        <a:latin typeface="Calibri"/>
                      </a:endParaRPr>
                    </a:p>
                    <a:p>
                      <a:pPr lvl="0">
                        <a:buNone/>
                      </a:pPr>
                      <a:endParaRPr lang="en-IN" sz="2400" dirty="0">
                        <a:latin typeface="+mn-lt"/>
                        <a:cs typeface="Times New Roman"/>
                      </a:endParaRPr>
                    </a:p>
                  </a:txBody>
                  <a:tcPr marL="91444" marR="91444" marT="45646" marB="45646"/>
                </a:tc>
                <a:tc>
                  <a:txBody>
                    <a:bodyPr/>
                    <a:lstStyle/>
                    <a:p>
                      <a:r>
                        <a:rPr lang="en-IN" sz="2400" dirty="0">
                          <a:latin typeface="+mn-lt"/>
                          <a:cs typeface="Times New Roman"/>
                        </a:rPr>
                        <a:t>MDPI: electronics</a:t>
                      </a:r>
                    </a:p>
                  </a:txBody>
                  <a:tcPr marL="91444" marR="91444" marT="45646" marB="45646"/>
                </a:tc>
                <a:tc>
                  <a:txBody>
                    <a:bodyPr/>
                    <a:lstStyle/>
                    <a:p>
                      <a:r>
                        <a:rPr lang="en-IN" sz="2400" dirty="0">
                          <a:latin typeface="+mn-lt"/>
                          <a:cs typeface="Times New Roman"/>
                        </a:rPr>
                        <a:t>2022</a:t>
                      </a:r>
                      <a:endParaRPr lang="en-IN" sz="2400" dirty="0">
                        <a:latin typeface="+mn-lt"/>
                        <a:cs typeface="Times New Roman" panose="02020603050405020304" pitchFamily="18" charset="0"/>
                      </a:endParaRPr>
                    </a:p>
                  </a:txBody>
                  <a:tcPr marL="91444" marR="91444" marT="45646" marB="45646"/>
                </a:tc>
                <a:extLst>
                  <a:ext uri="{0D108BD9-81ED-4DB2-BD59-A6C34878D82A}">
                    <a16:rowId xmlns:a16="http://schemas.microsoft.com/office/drawing/2014/main" val="10001"/>
                  </a:ext>
                </a:extLst>
              </a:tr>
            </a:tbl>
          </a:graphicData>
        </a:graphic>
      </p:graphicFrame>
      <p:sp>
        <p:nvSpPr>
          <p:cNvPr id="12" name="TextBox 11">
            <a:extLst>
              <a:ext uri="{FF2B5EF4-FFF2-40B4-BE49-F238E27FC236}">
                <a16:creationId xmlns:a16="http://schemas.microsoft.com/office/drawing/2014/main" id="{995190B1-B4CC-A577-A686-2C63BC7153A6}"/>
              </a:ext>
            </a:extLst>
          </p:cNvPr>
          <p:cNvSpPr txBox="1"/>
          <p:nvPr/>
        </p:nvSpPr>
        <p:spPr>
          <a:xfrm>
            <a:off x="584200" y="3431674"/>
            <a:ext cx="10869613" cy="4524315"/>
          </a:xfrm>
          <a:prstGeom prst="rect">
            <a:avLst/>
          </a:prstGeom>
          <a:noFill/>
        </p:spPr>
        <p:txBody>
          <a:bodyPr lIns="91440" tIns="45720" rIns="91440" bIns="45720" anchor="t">
            <a:spAutoFit/>
          </a:bodyPr>
          <a:lstStyle/>
          <a:p>
            <a:pPr marL="342900" indent="-342900" algn="just">
              <a:buFont typeface="Arial" panose="020B0604020202020204" pitchFamily="34" charset="0"/>
              <a:buChar char="•"/>
              <a:defRPr/>
            </a:pPr>
            <a:r>
              <a:rPr lang="en-US" sz="2400" dirty="0">
                <a:latin typeface="Calibri (Body)"/>
              </a:rPr>
              <a:t>Objective:- To </a:t>
            </a:r>
            <a:r>
              <a:rPr lang="en-US" sz="2400" dirty="0">
                <a:latin typeface="Calibri"/>
                <a:ea typeface="Calibri"/>
                <a:cs typeface="Calibri"/>
              </a:rPr>
              <a:t>develop and evaluate machine learning models for predicting healthcare risks using vital sign data, enabling early detection and intervention based on real-time health assessments</a:t>
            </a:r>
            <a:r>
              <a:rPr lang="en-US" sz="2400" dirty="0">
                <a:latin typeface="Calibri (Body)"/>
                <a:ea typeface="Calibri"/>
                <a:cs typeface="Calibri"/>
              </a:rPr>
              <a:t>.</a:t>
            </a:r>
            <a:endParaRPr lang="en-US" sz="2400" dirty="0">
              <a:latin typeface="Calibri (Body)"/>
            </a:endParaRPr>
          </a:p>
          <a:p>
            <a:pPr algn="just">
              <a:defRPr/>
            </a:pPr>
            <a:endParaRPr lang="en-US" sz="2400" dirty="0">
              <a:latin typeface="Calibri (Body)"/>
            </a:endParaRPr>
          </a:p>
          <a:p>
            <a:pPr marL="342900" indent="-342900" algn="just">
              <a:buFont typeface="Arial" panose="020B0604020202020204" pitchFamily="34" charset="0"/>
              <a:buChar char="•"/>
              <a:defRPr/>
            </a:pPr>
            <a:r>
              <a:rPr lang="en-US" sz="2400" dirty="0">
                <a:latin typeface="Calibri (Body)"/>
              </a:rPr>
              <a:t>Research outcomes:- The </a:t>
            </a:r>
            <a:r>
              <a:rPr lang="en-US" sz="2400" dirty="0">
                <a:latin typeface="Calibri"/>
                <a:ea typeface="Calibri"/>
                <a:cs typeface="Calibri"/>
              </a:rPr>
              <a:t>study used algorithms like Logistic Regression, Decision Trees, and Random Forest, achieving 90% accuracy with Random Forest. Key predictors identified include heart rate, temperature, blood pressure, and oxygen saturation</a:t>
            </a:r>
            <a:r>
              <a:rPr lang="en-US" sz="2400" dirty="0">
                <a:latin typeface="Calibri (Body)"/>
                <a:ea typeface="Calibri"/>
                <a:cs typeface="Calibri"/>
              </a:rPr>
              <a:t>.</a:t>
            </a:r>
            <a:endParaRPr lang="en-US" sz="2400" dirty="0">
              <a:latin typeface="Calibri (Body)"/>
            </a:endParaRPr>
          </a:p>
          <a:p>
            <a:pPr algn="just">
              <a:defRPr/>
            </a:pPr>
            <a:r>
              <a:rPr lang="en-US" sz="2400" dirty="0">
                <a:latin typeface="Calibri (Body)"/>
              </a:rPr>
              <a:t>	</a:t>
            </a:r>
          </a:p>
          <a:p>
            <a:pPr algn="just">
              <a:defRPr/>
            </a:pPr>
            <a:endParaRPr lang="en-US" sz="2400" dirty="0">
              <a:latin typeface="Calibri (Body)"/>
            </a:endParaRPr>
          </a:p>
          <a:p>
            <a:pPr algn="just">
              <a:defRPr/>
            </a:pPr>
            <a:endParaRPr lang="en-US" sz="2400" dirty="0">
              <a:latin typeface="Calibri (Body)"/>
            </a:endParaRPr>
          </a:p>
          <a:p>
            <a:pPr algn="just">
              <a:defRPr/>
            </a:pPr>
            <a:endParaRPr lang="en-US" sz="2400" dirty="0">
              <a:latin typeface="Calibri (Bod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BA1FF0E-6AEF-E895-8E25-79371BC90653}"/>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23554" name="Footer Placeholder 4">
            <a:extLst>
              <a:ext uri="{FF2B5EF4-FFF2-40B4-BE49-F238E27FC236}">
                <a16:creationId xmlns:a16="http://schemas.microsoft.com/office/drawing/2014/main" id="{C8F53C4F-3E48-9137-EFC8-FACA90DA662B}"/>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23555" name="Slide Number Placeholder 5">
            <a:extLst>
              <a:ext uri="{FF2B5EF4-FFF2-40B4-BE49-F238E27FC236}">
                <a16:creationId xmlns:a16="http://schemas.microsoft.com/office/drawing/2014/main" id="{9673924C-5877-FDB8-23F0-71AC36910104}"/>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0C071A1-3FAC-44B3-A6B8-B24BBE361674}" type="slidenum">
              <a:rPr lang="en-US" altLang="en-US" sz="1600" smtClean="0">
                <a:solidFill>
                  <a:schemeClr val="bg1"/>
                </a:solidFill>
              </a:rPr>
              <a:pPr fontAlgn="base">
                <a:lnSpc>
                  <a:spcPct val="100000"/>
                </a:lnSpc>
                <a:spcBef>
                  <a:spcPct val="0"/>
                </a:spcBef>
                <a:spcAft>
                  <a:spcPct val="0"/>
                </a:spcAft>
                <a:buFontTx/>
                <a:buNone/>
              </a:pPr>
              <a:t>4</a:t>
            </a:fld>
            <a:endParaRPr lang="en-US" altLang="en-US" sz="1600">
              <a:solidFill>
                <a:schemeClr val="bg1"/>
              </a:solidFill>
            </a:endParaRPr>
          </a:p>
        </p:txBody>
      </p:sp>
      <p:sp>
        <p:nvSpPr>
          <p:cNvPr id="11" name="Rectangle 10">
            <a:extLst>
              <a:ext uri="{FF2B5EF4-FFF2-40B4-BE49-F238E27FC236}">
                <a16:creationId xmlns:a16="http://schemas.microsoft.com/office/drawing/2014/main" id="{74873AD3-A073-7323-1599-601286B03561}"/>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3557" name="TextBox 12">
            <a:extLst>
              <a:ext uri="{FF2B5EF4-FFF2-40B4-BE49-F238E27FC236}">
                <a16:creationId xmlns:a16="http://schemas.microsoft.com/office/drawing/2014/main" id="{51EF5E73-5B7E-AFF1-6244-F708BB7917CC}"/>
              </a:ext>
            </a:extLst>
          </p:cNvPr>
          <p:cNvSpPr txBox="1">
            <a:spLocks noChangeArrowheads="1"/>
          </p:cNvSpPr>
          <p:nvPr/>
        </p:nvSpPr>
        <p:spPr bwMode="auto">
          <a:xfrm>
            <a:off x="361950" y="452438"/>
            <a:ext cx="114871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dirty="0">
                <a:solidFill>
                  <a:schemeClr val="accent1"/>
                </a:solidFill>
                <a:latin typeface="Calibri"/>
                <a:ea typeface="Calibri"/>
                <a:cs typeface="Calibri"/>
              </a:rPr>
              <a:t>Literature Review(Cont..)</a:t>
            </a:r>
          </a:p>
        </p:txBody>
      </p:sp>
      <p:cxnSp>
        <p:nvCxnSpPr>
          <p:cNvPr id="18" name="Straight Connector 17">
            <a:extLst>
              <a:ext uri="{FF2B5EF4-FFF2-40B4-BE49-F238E27FC236}">
                <a16:creationId xmlns:a16="http://schemas.microsoft.com/office/drawing/2014/main" id="{EDCA2B9E-921D-96A8-6FBC-4ECFC9336A83}"/>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23559" name="Footer Placeholder 4">
            <a:extLst>
              <a:ext uri="{FF2B5EF4-FFF2-40B4-BE49-F238E27FC236}">
                <a16:creationId xmlns:a16="http://schemas.microsoft.com/office/drawing/2014/main" id="{262DB9C7-A3BB-4441-20F9-40E47A7059E6}"/>
              </a:ext>
            </a:extLst>
          </p:cNvPr>
          <p:cNvSpPr txBox="1">
            <a:spLocks noChangeArrowheads="1"/>
          </p:cNvSpPr>
          <p:nvPr/>
        </p:nvSpPr>
        <p:spPr bwMode="auto">
          <a:xfrm>
            <a:off x="11781" y="6454273"/>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None/>
            </a:pPr>
            <a:r>
              <a:rPr lang="en-IN" altLang="en-US" sz="1600" dirty="0">
                <a:solidFill>
                  <a:schemeClr val="bg1"/>
                </a:solidFill>
                <a:latin typeface="Calibri"/>
                <a:ea typeface="Calibri"/>
                <a:cs typeface="Calibri"/>
              </a:rPr>
              <a:t> </a:t>
            </a: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
        <p:nvSpPr>
          <p:cNvPr id="16" name="TextBox 15">
            <a:extLst>
              <a:ext uri="{FF2B5EF4-FFF2-40B4-BE49-F238E27FC236}">
                <a16:creationId xmlns:a16="http://schemas.microsoft.com/office/drawing/2014/main" id="{09ABE261-08C5-EEF2-130D-634A80BE2A0D}"/>
              </a:ext>
            </a:extLst>
          </p:cNvPr>
          <p:cNvSpPr txBox="1"/>
          <p:nvPr/>
        </p:nvSpPr>
        <p:spPr>
          <a:xfrm>
            <a:off x="361950" y="3585745"/>
            <a:ext cx="11185525" cy="3046988"/>
          </a:xfrm>
          <a:prstGeom prst="rect">
            <a:avLst/>
          </a:prstGeom>
          <a:noFill/>
        </p:spPr>
        <p:txBody>
          <a:bodyPr lIns="91440" tIns="45720" rIns="91440" bIns="45720" anchor="t">
            <a:spAutoFit/>
          </a:bodyPr>
          <a:lstStyle/>
          <a:p>
            <a:pPr marL="342900" indent="-342900" algn="just">
              <a:buFont typeface="Arial" panose="020B0604020202020204" pitchFamily="34" charset="0"/>
              <a:buChar char="•"/>
              <a:defRPr/>
            </a:pPr>
            <a:r>
              <a:rPr lang="en-US" sz="2400" dirty="0">
                <a:latin typeface="Calibri"/>
                <a:ea typeface="Calibri"/>
                <a:cs typeface="Calibri"/>
              </a:rPr>
              <a:t>Objective:- To analyze vital sign data to identify and rank the key healthcare risk factors.</a:t>
            </a:r>
          </a:p>
          <a:p>
            <a:pPr algn="just">
              <a:defRPr/>
            </a:pPr>
            <a:endParaRPr lang="en-US" sz="2400" dirty="0">
              <a:latin typeface="Calibri (Body)"/>
            </a:endParaRPr>
          </a:p>
          <a:p>
            <a:pPr marL="342900" indent="-342900" algn="just">
              <a:buFont typeface="Arial" panose="020B0604020202020204" pitchFamily="34" charset="0"/>
              <a:buChar char="•"/>
              <a:defRPr/>
            </a:pPr>
            <a:r>
              <a:rPr lang="en-US" sz="2400" dirty="0">
                <a:latin typeface="Calibri"/>
                <a:ea typeface="Calibri"/>
                <a:cs typeface="Calibri"/>
              </a:rPr>
              <a:t>Research outcomes:-</a:t>
            </a:r>
            <a:r>
              <a:rPr lang="en-US" sz="2400" dirty="0">
                <a:latin typeface="Calibri (Body)"/>
              </a:rPr>
              <a:t> </a:t>
            </a:r>
            <a:r>
              <a:rPr lang="en-US" sz="2400" dirty="0">
                <a:latin typeface="Calibri"/>
                <a:ea typeface="Calibri"/>
                <a:cs typeface="Calibri"/>
              </a:rPr>
              <a:t>Data analysis revealed vital signs like heart rate, temperature, and blood pressure significantly impact risk levels. The integration of real-time wearable device data enhances monitoring accuracy. A predictive model was proposed to improve personalized healthcare risk assessment.</a:t>
            </a:r>
          </a:p>
          <a:p>
            <a:pPr algn="just">
              <a:defRPr/>
            </a:pPr>
            <a:r>
              <a:rPr lang="en-US" sz="2400" dirty="0">
                <a:latin typeface="Calibri (Body)"/>
              </a:rPr>
              <a:t> </a:t>
            </a:r>
          </a:p>
        </p:txBody>
      </p:sp>
      <p:graphicFrame>
        <p:nvGraphicFramePr>
          <p:cNvPr id="2" name="Table 1">
            <a:extLst>
              <a:ext uri="{FF2B5EF4-FFF2-40B4-BE49-F238E27FC236}">
                <a16:creationId xmlns:a16="http://schemas.microsoft.com/office/drawing/2014/main" id="{305FBF65-04EC-1B1A-A6A1-CD16773604D8}"/>
              </a:ext>
            </a:extLst>
          </p:cNvPr>
          <p:cNvGraphicFramePr>
            <a:graphicFrameLocks noGrp="1"/>
          </p:cNvGraphicFramePr>
          <p:nvPr>
            <p:extLst>
              <p:ext uri="{D42A27DB-BD31-4B8C-83A1-F6EECF244321}">
                <p14:modId xmlns:p14="http://schemas.microsoft.com/office/powerpoint/2010/main" val="489407717"/>
              </p:ext>
            </p:extLst>
          </p:nvPr>
        </p:nvGraphicFramePr>
        <p:xfrm>
          <a:off x="625475" y="1260475"/>
          <a:ext cx="10869613" cy="2111597"/>
        </p:xfrm>
        <a:graphic>
          <a:graphicData uri="http://schemas.openxmlformats.org/drawingml/2006/table">
            <a:tbl>
              <a:tblPr firstRow="1" bandRow="1">
                <a:tableStyleId>{5C22544A-7EE6-4342-B048-85BDC9FD1C3A}</a:tableStyleId>
              </a:tblPr>
              <a:tblGrid>
                <a:gridCol w="980557">
                  <a:extLst>
                    <a:ext uri="{9D8B030D-6E8A-4147-A177-3AD203B41FA5}">
                      <a16:colId xmlns:a16="http://schemas.microsoft.com/office/drawing/2014/main" val="20000"/>
                    </a:ext>
                  </a:extLst>
                </a:gridCol>
                <a:gridCol w="5034132">
                  <a:extLst>
                    <a:ext uri="{9D8B030D-6E8A-4147-A177-3AD203B41FA5}">
                      <a16:colId xmlns:a16="http://schemas.microsoft.com/office/drawing/2014/main" val="20001"/>
                    </a:ext>
                  </a:extLst>
                </a:gridCol>
                <a:gridCol w="3176879">
                  <a:extLst>
                    <a:ext uri="{9D8B030D-6E8A-4147-A177-3AD203B41FA5}">
                      <a16:colId xmlns:a16="http://schemas.microsoft.com/office/drawing/2014/main" val="20002"/>
                    </a:ext>
                  </a:extLst>
                </a:gridCol>
                <a:gridCol w="1678045">
                  <a:extLst>
                    <a:ext uri="{9D8B030D-6E8A-4147-A177-3AD203B41FA5}">
                      <a16:colId xmlns:a16="http://schemas.microsoft.com/office/drawing/2014/main" val="20003"/>
                    </a:ext>
                  </a:extLst>
                </a:gridCol>
              </a:tblGrid>
              <a:tr h="922989">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Sr. No.</a:t>
                      </a:r>
                      <a:endParaRPr sz="2400" dirty="0">
                        <a:latin typeface="+mn-lt"/>
                        <a:cs typeface="Times New Roman" panose="02020603050405020304" pitchFamily="18" charset="0"/>
                      </a:endParaRPr>
                    </a:p>
                  </a:txBody>
                  <a:tcPr marL="91454" marR="91454" marT="45669" marB="45669"/>
                </a:tc>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Paper Title</a:t>
                      </a:r>
                      <a:endParaRPr sz="2400" dirty="0">
                        <a:latin typeface="+mn-lt"/>
                        <a:cs typeface="Times New Roman" panose="02020603050405020304" pitchFamily="18" charset="0"/>
                      </a:endParaRPr>
                    </a:p>
                  </a:txBody>
                  <a:tcPr marL="91454" marR="91454" marT="45669" marB="45669"/>
                </a:tc>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Publication</a:t>
                      </a:r>
                      <a:endParaRPr sz="2400" dirty="0">
                        <a:latin typeface="+mn-lt"/>
                        <a:cs typeface="Times New Roman" panose="02020603050405020304" pitchFamily="18" charset="0"/>
                      </a:endParaRPr>
                    </a:p>
                  </a:txBody>
                  <a:tcPr marL="91454" marR="91454" marT="45669" marB="45669"/>
                </a:tc>
                <a:tc>
                  <a:txBody>
                    <a:bodyPr/>
                    <a:lstStyle/>
                    <a:p>
                      <a:pPr marL="0" marR="0" lvl="0" indent="0" algn="l" rtl="0">
                        <a:spcBef>
                          <a:spcPts val="0"/>
                        </a:spcBef>
                        <a:spcAft>
                          <a:spcPts val="0"/>
                        </a:spcAft>
                        <a:buNone/>
                      </a:pPr>
                      <a:r>
                        <a:rPr lang="en-US" sz="2400" dirty="0">
                          <a:latin typeface="+mn-lt"/>
                          <a:cs typeface="Times New Roman" panose="02020603050405020304" pitchFamily="18" charset="0"/>
                        </a:rPr>
                        <a:t>Year</a:t>
                      </a:r>
                      <a:endParaRPr sz="2400" dirty="0">
                        <a:latin typeface="+mn-lt"/>
                        <a:cs typeface="Times New Roman" panose="02020603050405020304" pitchFamily="18" charset="0"/>
                      </a:endParaRPr>
                    </a:p>
                  </a:txBody>
                  <a:tcPr marL="91454" marR="91454" marT="45669" marB="45669"/>
                </a:tc>
                <a:extLst>
                  <a:ext uri="{0D108BD9-81ED-4DB2-BD59-A6C34878D82A}">
                    <a16:rowId xmlns:a16="http://schemas.microsoft.com/office/drawing/2014/main" val="10000"/>
                  </a:ext>
                </a:extLst>
              </a:tr>
              <a:tr h="923274">
                <a:tc>
                  <a:txBody>
                    <a:bodyPr/>
                    <a:lstStyle/>
                    <a:p>
                      <a:pPr algn="ctr"/>
                      <a:r>
                        <a:rPr lang="en-US" sz="2400" dirty="0">
                          <a:latin typeface="+mn-lt"/>
                          <a:cs typeface="Times New Roman" panose="02020603050405020304" pitchFamily="18" charset="0"/>
                        </a:rPr>
                        <a:t>2.</a:t>
                      </a:r>
                      <a:endParaRPr lang="en-IN" sz="2400" dirty="0">
                        <a:latin typeface="+mn-lt"/>
                        <a:cs typeface="Times New Roman" panose="02020603050405020304" pitchFamily="18" charset="0"/>
                      </a:endParaRPr>
                    </a:p>
                  </a:txBody>
                  <a:tcPr marL="91444" marR="91444" marT="45664" marB="45664"/>
                </a:tc>
                <a:tc>
                  <a:txBody>
                    <a:bodyPr/>
                    <a:lstStyle/>
                    <a:p>
                      <a:pPr lvl="0">
                        <a:buNone/>
                      </a:pPr>
                      <a:r>
                        <a:rPr lang="en-IN" sz="2400" b="0" i="0" u="none" strike="noStrike" noProof="0" dirty="0"/>
                        <a:t>A Catalogue of Machine Learning Algorithms for Healthcare Risk Prediction</a:t>
                      </a:r>
                      <a:endParaRPr lang="en-US" dirty="0"/>
                    </a:p>
                  </a:txBody>
                  <a:tcPr marL="91444" marR="91444" marT="45664" marB="45664"/>
                </a:tc>
                <a:tc>
                  <a:txBody>
                    <a:bodyPr/>
                    <a:lstStyle/>
                    <a:p>
                      <a:r>
                        <a:rPr lang="en-IN" sz="2400" dirty="0">
                          <a:latin typeface="+mn-lt"/>
                          <a:cs typeface="Times New Roman"/>
                        </a:rPr>
                        <a:t>MDPI: Sensors</a:t>
                      </a:r>
                    </a:p>
                  </a:txBody>
                  <a:tcPr marL="91444" marR="91444" marT="45664" marB="45664"/>
                </a:tc>
                <a:tc>
                  <a:txBody>
                    <a:bodyPr/>
                    <a:lstStyle/>
                    <a:p>
                      <a:r>
                        <a:rPr lang="en-IN" sz="2400" dirty="0">
                          <a:latin typeface="+mn-lt"/>
                          <a:cs typeface="Times New Roman"/>
                        </a:rPr>
                        <a:t>2022</a:t>
                      </a:r>
                      <a:endParaRPr lang="en-IN" sz="2400" dirty="0">
                        <a:latin typeface="+mn-lt"/>
                        <a:cs typeface="Times New Roman" panose="02020603050405020304" pitchFamily="18" charset="0"/>
                      </a:endParaRPr>
                    </a:p>
                  </a:txBody>
                  <a:tcPr marL="91444" marR="91444" marT="45664" marB="45664"/>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6BB6089-BCB0-A3D0-C929-8063041AF1DA}"/>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25602" name="Footer Placeholder 4">
            <a:extLst>
              <a:ext uri="{FF2B5EF4-FFF2-40B4-BE49-F238E27FC236}">
                <a16:creationId xmlns:a16="http://schemas.microsoft.com/office/drawing/2014/main" id="{7BBC479C-896F-1CB5-272D-905C7437DFE8}"/>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25603" name="Slide Number Placeholder 5">
            <a:extLst>
              <a:ext uri="{FF2B5EF4-FFF2-40B4-BE49-F238E27FC236}">
                <a16:creationId xmlns:a16="http://schemas.microsoft.com/office/drawing/2014/main" id="{8AA716BF-6369-E5B7-1CA4-524468C8677D}"/>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D40CD2B-9DC8-4F87-99B6-A75625F77038}" type="slidenum">
              <a:rPr lang="en-US" altLang="en-US" sz="1600" smtClean="0">
                <a:solidFill>
                  <a:schemeClr val="bg1"/>
                </a:solidFill>
              </a:rPr>
              <a:pPr fontAlgn="base">
                <a:lnSpc>
                  <a:spcPct val="100000"/>
                </a:lnSpc>
                <a:spcBef>
                  <a:spcPct val="0"/>
                </a:spcBef>
                <a:spcAft>
                  <a:spcPct val="0"/>
                </a:spcAft>
                <a:buFontTx/>
                <a:buNone/>
              </a:pPr>
              <a:t>5</a:t>
            </a:fld>
            <a:endParaRPr lang="en-US" altLang="en-US" sz="1600">
              <a:solidFill>
                <a:schemeClr val="bg1"/>
              </a:solidFill>
            </a:endParaRPr>
          </a:p>
        </p:txBody>
      </p:sp>
      <p:sp>
        <p:nvSpPr>
          <p:cNvPr id="11" name="Rectangle 10">
            <a:extLst>
              <a:ext uri="{FF2B5EF4-FFF2-40B4-BE49-F238E27FC236}">
                <a16:creationId xmlns:a16="http://schemas.microsoft.com/office/drawing/2014/main" id="{D794D2AC-F4B9-E294-9297-85ECD429CCA6}"/>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5605" name="TextBox 12">
            <a:extLst>
              <a:ext uri="{FF2B5EF4-FFF2-40B4-BE49-F238E27FC236}">
                <a16:creationId xmlns:a16="http://schemas.microsoft.com/office/drawing/2014/main" id="{7BD57DAE-DE72-15B7-4A4E-A155432F6F45}"/>
              </a:ext>
            </a:extLst>
          </p:cNvPr>
          <p:cNvSpPr txBox="1">
            <a:spLocks noChangeArrowheads="1"/>
          </p:cNvSpPr>
          <p:nvPr/>
        </p:nvSpPr>
        <p:spPr bwMode="auto">
          <a:xfrm>
            <a:off x="361950" y="452438"/>
            <a:ext cx="114871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Comparative Analysis</a:t>
            </a:r>
          </a:p>
        </p:txBody>
      </p:sp>
      <p:cxnSp>
        <p:nvCxnSpPr>
          <p:cNvPr id="18" name="Straight Connector 17">
            <a:extLst>
              <a:ext uri="{FF2B5EF4-FFF2-40B4-BE49-F238E27FC236}">
                <a16:creationId xmlns:a16="http://schemas.microsoft.com/office/drawing/2014/main" id="{CDECB93A-847E-26C4-674F-AAB8F22904DD}"/>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25607" name="Footer Placeholder 4">
            <a:extLst>
              <a:ext uri="{FF2B5EF4-FFF2-40B4-BE49-F238E27FC236}">
                <a16:creationId xmlns:a16="http://schemas.microsoft.com/office/drawing/2014/main" id="{35040BB2-A470-B692-39F2-3C1BD5455855}"/>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graphicFrame>
        <p:nvGraphicFramePr>
          <p:cNvPr id="13" name="Table 8">
            <a:extLst>
              <a:ext uri="{FF2B5EF4-FFF2-40B4-BE49-F238E27FC236}">
                <a16:creationId xmlns:a16="http://schemas.microsoft.com/office/drawing/2014/main" id="{21BAC11E-3428-A27A-0C4E-F34039335D84}"/>
              </a:ext>
            </a:extLst>
          </p:cNvPr>
          <p:cNvGraphicFramePr>
            <a:graphicFrameLocks noGrp="1"/>
          </p:cNvGraphicFramePr>
          <p:nvPr>
            <p:extLst>
              <p:ext uri="{D42A27DB-BD31-4B8C-83A1-F6EECF244321}">
                <p14:modId xmlns:p14="http://schemas.microsoft.com/office/powerpoint/2010/main" val="3977574980"/>
              </p:ext>
            </p:extLst>
          </p:nvPr>
        </p:nvGraphicFramePr>
        <p:xfrm>
          <a:off x="282575" y="1757363"/>
          <a:ext cx="11626851" cy="3941002"/>
        </p:xfrm>
        <a:graphic>
          <a:graphicData uri="http://schemas.openxmlformats.org/drawingml/2006/table">
            <a:tbl>
              <a:tblPr firstRow="1" bandRow="1">
                <a:tableStyleId>{5C22544A-7EE6-4342-B048-85BDC9FD1C3A}</a:tableStyleId>
              </a:tblPr>
              <a:tblGrid>
                <a:gridCol w="987703">
                  <a:extLst>
                    <a:ext uri="{9D8B030D-6E8A-4147-A177-3AD203B41FA5}">
                      <a16:colId xmlns:a16="http://schemas.microsoft.com/office/drawing/2014/main" val="20000"/>
                    </a:ext>
                  </a:extLst>
                </a:gridCol>
                <a:gridCol w="2511641">
                  <a:extLst>
                    <a:ext uri="{9D8B030D-6E8A-4147-A177-3AD203B41FA5}">
                      <a16:colId xmlns:a16="http://schemas.microsoft.com/office/drawing/2014/main" val="20001"/>
                    </a:ext>
                  </a:extLst>
                </a:gridCol>
                <a:gridCol w="3950871">
                  <a:extLst>
                    <a:ext uri="{9D8B030D-6E8A-4147-A177-3AD203B41FA5}">
                      <a16:colId xmlns:a16="http://schemas.microsoft.com/office/drawing/2014/main" val="20002"/>
                    </a:ext>
                  </a:extLst>
                </a:gridCol>
                <a:gridCol w="4176636">
                  <a:extLst>
                    <a:ext uri="{9D8B030D-6E8A-4147-A177-3AD203B41FA5}">
                      <a16:colId xmlns:a16="http://schemas.microsoft.com/office/drawing/2014/main" val="20003"/>
                    </a:ext>
                  </a:extLst>
                </a:gridCol>
              </a:tblGrid>
              <a:tr h="710124">
                <a:tc>
                  <a:txBody>
                    <a:bodyPr/>
                    <a:lstStyle/>
                    <a:p>
                      <a:r>
                        <a:rPr lang="en-US" sz="2000" dirty="0">
                          <a:latin typeface="+mn-lt"/>
                          <a:cs typeface="Times New Roman" panose="02020603050405020304" pitchFamily="18" charset="0"/>
                        </a:rPr>
                        <a:t>Sr No.</a:t>
                      </a:r>
                      <a:endParaRPr lang="en-IN" sz="2000" dirty="0">
                        <a:latin typeface="+mn-lt"/>
                        <a:cs typeface="Times New Roman" panose="02020603050405020304" pitchFamily="18" charset="0"/>
                      </a:endParaRPr>
                    </a:p>
                  </a:txBody>
                  <a:tcPr marL="91452" marR="91452" marT="45734" marB="45734"/>
                </a:tc>
                <a:tc>
                  <a:txBody>
                    <a:bodyPr/>
                    <a:lstStyle/>
                    <a:p>
                      <a:pPr algn="ctr"/>
                      <a:r>
                        <a:rPr lang="en-US" sz="2000" dirty="0">
                          <a:latin typeface="+mn-lt"/>
                          <a:cs typeface="Times New Roman" panose="02020603050405020304" pitchFamily="18" charset="0"/>
                        </a:rPr>
                        <a:t>Paper Title</a:t>
                      </a:r>
                      <a:endParaRPr lang="en-IN" sz="2000" dirty="0">
                        <a:latin typeface="+mn-lt"/>
                        <a:cs typeface="Times New Roman" panose="02020603050405020304" pitchFamily="18" charset="0"/>
                      </a:endParaRPr>
                    </a:p>
                  </a:txBody>
                  <a:tcPr marL="91452" marR="91452" marT="45734" marB="45734"/>
                </a:tc>
                <a:tc>
                  <a:txBody>
                    <a:bodyPr/>
                    <a:lstStyle/>
                    <a:p>
                      <a:pPr algn="ctr"/>
                      <a:r>
                        <a:rPr lang="en-US" sz="2000" dirty="0">
                          <a:latin typeface="+mn-lt"/>
                          <a:cs typeface="Times New Roman" panose="02020603050405020304" pitchFamily="18" charset="0"/>
                        </a:rPr>
                        <a:t>Model/Method</a:t>
                      </a:r>
                      <a:endParaRPr lang="en-IN" sz="2000" dirty="0">
                        <a:latin typeface="+mn-lt"/>
                        <a:cs typeface="Times New Roman" panose="02020603050405020304" pitchFamily="18" charset="0"/>
                      </a:endParaRPr>
                    </a:p>
                  </a:txBody>
                  <a:tcPr marL="91452" marR="91452" marT="45734" marB="45734"/>
                </a:tc>
                <a:tc>
                  <a:txBody>
                    <a:bodyPr/>
                    <a:lstStyle/>
                    <a:p>
                      <a:pPr algn="ctr"/>
                      <a:r>
                        <a:rPr lang="en-US" sz="2000" dirty="0">
                          <a:latin typeface="+mn-lt"/>
                          <a:cs typeface="Times New Roman" panose="02020603050405020304" pitchFamily="18" charset="0"/>
                        </a:rPr>
                        <a:t>Finding/Findings</a:t>
                      </a:r>
                      <a:endParaRPr lang="en-IN" sz="2000" dirty="0">
                        <a:latin typeface="+mn-lt"/>
                        <a:cs typeface="Times New Roman" panose="02020603050405020304" pitchFamily="18" charset="0"/>
                      </a:endParaRPr>
                    </a:p>
                  </a:txBody>
                  <a:tcPr marL="91452" marR="91452" marT="45734" marB="45734"/>
                </a:tc>
                <a:extLst>
                  <a:ext uri="{0D108BD9-81ED-4DB2-BD59-A6C34878D82A}">
                    <a16:rowId xmlns:a16="http://schemas.microsoft.com/office/drawing/2014/main" val="10000"/>
                  </a:ext>
                </a:extLst>
              </a:tr>
              <a:tr h="1346374">
                <a:tc>
                  <a:txBody>
                    <a:bodyPr/>
                    <a:lstStyle/>
                    <a:p>
                      <a:pPr algn="ctr"/>
                      <a:r>
                        <a:rPr lang="en-US" sz="2000" dirty="0">
                          <a:latin typeface="Calibri (Body)"/>
                          <a:cs typeface="Times New Roman" panose="02020603050405020304" pitchFamily="18" charset="0"/>
                        </a:rPr>
                        <a:t>1.</a:t>
                      </a:r>
                      <a:endParaRPr lang="en-IN" sz="2000" dirty="0">
                        <a:latin typeface="Calibri (Body)"/>
                        <a:cs typeface="Times New Roman" panose="02020603050405020304" pitchFamily="18" charset="0"/>
                      </a:endParaRPr>
                    </a:p>
                  </a:txBody>
                  <a:tcPr marL="91452" marR="91452" marT="45725" marB="45725"/>
                </a:tc>
                <a:tc>
                  <a:txBody>
                    <a:bodyPr/>
                    <a:lstStyle/>
                    <a:p>
                      <a:pPr lvl="0">
                        <a:buNone/>
                      </a:pPr>
                      <a:r>
                        <a:rPr lang="en-IN" sz="2000" b="0" i="0" u="none" strike="noStrike" noProof="0" dirty="0">
                          <a:solidFill>
                            <a:srgbClr val="000000"/>
                          </a:solidFill>
                          <a:latin typeface="Calibri"/>
                        </a:rPr>
                        <a:t>Health Risk Assessment Using Machine Learning: Systematic Review</a:t>
                      </a:r>
                      <a:endParaRPr lang="en-US" sz="2000" dirty="0"/>
                    </a:p>
                  </a:txBody>
                  <a:tcPr marL="91452" marR="91452" marT="45725" marB="45725"/>
                </a:tc>
                <a:tc>
                  <a:txBody>
                    <a:bodyPr/>
                    <a:lstStyle/>
                    <a:p>
                      <a:pPr marL="285750" indent="-285750">
                        <a:buFont typeface="Arial" panose="020B0604020202020204" pitchFamily="34" charset="0"/>
                        <a:buChar char="•"/>
                      </a:pPr>
                      <a:r>
                        <a:rPr lang="en-IN" sz="2000" b="0" i="0" u="none" strike="noStrike" noProof="0" dirty="0"/>
                        <a:t>Systematic review of various ML models (e.g., SVM, Random Forest) applied to healthcare data.</a:t>
                      </a:r>
                      <a:endParaRPr lang="en-IN" sz="2000" dirty="0">
                        <a:latin typeface="Calibri (Body)"/>
                        <a:cs typeface="Times New Roman"/>
                      </a:endParaRPr>
                    </a:p>
                  </a:txBody>
                  <a:tcPr marL="91452" marR="91452" marT="45725" marB="45725"/>
                </a:tc>
                <a:tc>
                  <a:txBody>
                    <a:bodyPr/>
                    <a:lstStyle/>
                    <a:p>
                      <a:pPr marL="285750" indent="-285750">
                        <a:buFont typeface="Arial" panose="020B0604020202020204" pitchFamily="34" charset="0"/>
                        <a:buChar char="•"/>
                      </a:pPr>
                      <a:r>
                        <a:rPr lang="en-US" sz="2000" b="0" i="0" u="none" strike="noStrike" noProof="0" dirty="0">
                          <a:latin typeface="Calibri"/>
                        </a:rPr>
                        <a:t>Random Forest and SVM are effective; importance of feature selection and explainability; challenges include data imbalance and privacy.</a:t>
                      </a:r>
                      <a:endParaRPr lang="en-US" sz="2000" b="0" i="0" u="none" strike="noStrike" noProof="0" dirty="0"/>
                    </a:p>
                  </a:txBody>
                  <a:tcPr marL="91452" marR="91452" marT="45725" marB="45725"/>
                </a:tc>
                <a:extLst>
                  <a:ext uri="{0D108BD9-81ED-4DB2-BD59-A6C34878D82A}">
                    <a16:rowId xmlns:a16="http://schemas.microsoft.com/office/drawing/2014/main" val="10001"/>
                  </a:ext>
                </a:extLst>
              </a:tr>
              <a:tr h="1615389">
                <a:tc>
                  <a:txBody>
                    <a:bodyPr/>
                    <a:lstStyle/>
                    <a:p>
                      <a:pPr algn="ctr"/>
                      <a:r>
                        <a:rPr lang="en-US" sz="2000" dirty="0">
                          <a:latin typeface="Calibri (Body)"/>
                          <a:cs typeface="Times New Roman" panose="02020603050405020304" pitchFamily="18" charset="0"/>
                        </a:rPr>
                        <a:t>2.</a:t>
                      </a:r>
                      <a:endParaRPr lang="en-IN" sz="2000" dirty="0">
                        <a:latin typeface="Calibri (Body)"/>
                        <a:cs typeface="Times New Roman" panose="02020603050405020304" pitchFamily="18" charset="0"/>
                      </a:endParaRPr>
                    </a:p>
                  </a:txBody>
                  <a:tcPr marL="91452" marR="91452" marT="45714" marB="45714"/>
                </a:tc>
                <a:tc>
                  <a:txBody>
                    <a:bodyPr/>
                    <a:lstStyle/>
                    <a:p>
                      <a:pPr lvl="0">
                        <a:buNone/>
                      </a:pPr>
                      <a:r>
                        <a:rPr lang="en-US" sz="2000" b="0" i="0" u="none" strike="noStrike" noProof="0" dirty="0"/>
                        <a:t>A Catalogue of Machine Learning Algorithms for Healthcare Risk Prediction</a:t>
                      </a:r>
                      <a:endParaRPr lang="en-US" dirty="0"/>
                    </a:p>
                  </a:txBody>
                  <a:tcPr marL="91452" marR="91452" marT="45714" marB="45714"/>
                </a:tc>
                <a:tc>
                  <a:txBody>
                    <a:bodyPr/>
                    <a:lstStyle/>
                    <a:p>
                      <a:pPr marL="285750" indent="-285750">
                        <a:buFont typeface="Arial" panose="020B0604020202020204" pitchFamily="34" charset="0"/>
                        <a:buChar char="•"/>
                      </a:pPr>
                      <a:r>
                        <a:rPr lang="en-US" sz="2000" b="0" i="0" u="none" strike="noStrike" noProof="0" dirty="0">
                          <a:solidFill>
                            <a:srgbClr val="000000"/>
                          </a:solidFill>
                          <a:latin typeface="Calibri"/>
                        </a:rPr>
                        <a:t>Catalogue comparing models (e.g., Naïve Bayes, KNN, Random Forest, Neural Networks) for specific healthcare tasks.</a:t>
                      </a:r>
                      <a:endParaRPr lang="en-IN" sz="2000" dirty="0">
                        <a:latin typeface="Calibri (Body)"/>
                        <a:cs typeface="Times New Roman"/>
                      </a:endParaRPr>
                    </a:p>
                  </a:txBody>
                  <a:tcPr marL="91452" marR="91452" marT="45714" marB="45714"/>
                </a:tc>
                <a:tc>
                  <a:txBody>
                    <a:bodyPr/>
                    <a:lstStyle/>
                    <a:p>
                      <a:pPr marL="285750" indent="-285750">
                        <a:buFont typeface="Arial" panose="020B0604020202020204" pitchFamily="34" charset="0"/>
                        <a:buChar char="•"/>
                      </a:pPr>
                      <a:r>
                        <a:rPr lang="en-US" sz="2000" b="0" i="0" u="none" strike="noStrike" noProof="0" dirty="0"/>
                        <a:t>Random Forest and Neural Networks perform well; challenges with data preprocessing and model adaptation.</a:t>
                      </a:r>
                      <a:endParaRPr lang="en-US" sz="2000" dirty="0">
                        <a:latin typeface="Calibri (Body)"/>
                        <a:cs typeface="Times New Roman"/>
                      </a:endParaRPr>
                    </a:p>
                  </a:txBody>
                  <a:tcPr marL="91452" marR="91452" marT="45714" marB="45714"/>
                </a:tc>
                <a:extLst>
                  <a:ext uri="{0D108BD9-81ED-4DB2-BD59-A6C34878D82A}">
                    <a16:rowId xmlns:a16="http://schemas.microsoft.com/office/drawing/2014/main" val="10002"/>
                  </a:ext>
                </a:extLst>
              </a:tr>
            </a:tbl>
          </a:graphicData>
        </a:graphic>
      </p:graphicFrame>
      <p:sp>
        <p:nvSpPr>
          <p:cNvPr id="25630" name="TextBox 11">
            <a:extLst>
              <a:ext uri="{FF2B5EF4-FFF2-40B4-BE49-F238E27FC236}">
                <a16:creationId xmlns:a16="http://schemas.microsoft.com/office/drawing/2014/main" id="{1E88B6C2-AFE9-3577-DB9B-9CC0D4FDDFA1}"/>
              </a:ext>
            </a:extLst>
          </p:cNvPr>
          <p:cNvSpPr txBox="1">
            <a:spLocks noChangeArrowheads="1"/>
          </p:cNvSpPr>
          <p:nvPr/>
        </p:nvSpPr>
        <p:spPr bwMode="auto">
          <a:xfrm>
            <a:off x="2659063" y="1192213"/>
            <a:ext cx="6100762"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defTabSz="914400" eaLnBrk="1" hangingPunct="1">
              <a:buFontTx/>
              <a:buNone/>
            </a:pPr>
            <a:r>
              <a:rPr lang="en-US" altLang="en-US" sz="2400" dirty="0">
                <a:solidFill>
                  <a:srgbClr val="000000"/>
                </a:solidFill>
                <a:latin typeface="Calibri"/>
                <a:ea typeface="Calibri"/>
                <a:cs typeface="Times New Roman"/>
              </a:rPr>
              <a:t>Table 1: Comparative Analysis Table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D91FB54-95DA-142C-C779-A4DC889CB65F}"/>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27650" name="Content Placeholder 3">
            <a:extLst>
              <a:ext uri="{FF2B5EF4-FFF2-40B4-BE49-F238E27FC236}">
                <a16:creationId xmlns:a16="http://schemas.microsoft.com/office/drawing/2014/main" id="{CFA1CD79-096A-A381-DA7A-20F157095A0F}"/>
              </a:ext>
            </a:extLst>
          </p:cNvPr>
          <p:cNvSpPr>
            <a:spLocks noGrp="1" noChangeArrowheads="1"/>
          </p:cNvSpPr>
          <p:nvPr>
            <p:ph idx="1"/>
          </p:nvPr>
        </p:nvSpPr>
        <p:spPr>
          <a:xfrm>
            <a:off x="427038" y="1238250"/>
            <a:ext cx="11487150" cy="5041900"/>
          </a:xfrm>
        </p:spPr>
        <p:txBody>
          <a:bodyPr/>
          <a:lstStyle/>
          <a:p>
            <a:pPr marL="457200" indent="-457200" algn="just" eaLnBrk="1" hangingPunct="1">
              <a:buAutoNum type="arabicPeriod"/>
            </a:pPr>
            <a:r>
              <a:rPr lang="en-IN" altLang="en-US" sz="2400" b="1" dirty="0"/>
              <a:t>Dataset Integration: </a:t>
            </a:r>
            <a:r>
              <a:rPr lang="en-IN" sz="2400" dirty="0">
                <a:ea typeface="+mn-lt"/>
                <a:cs typeface="+mn-lt"/>
              </a:rPr>
              <a:t>There's a gap in integrating various healthcare datasets (like EHRs, imaging, and genomic data) for better classification accuracy. This integration can lead to more comprehensive models that provide personalized healthcare predictions.</a:t>
            </a:r>
            <a:endParaRPr lang="en-IN" altLang="en-US" sz="2400" dirty="0">
              <a:ea typeface="Calibri"/>
              <a:cs typeface="Calibri"/>
            </a:endParaRPr>
          </a:p>
          <a:p>
            <a:pPr marL="457200" indent="-457200" algn="just" eaLnBrk="1" hangingPunct="1">
              <a:buFont typeface="Calibri Light" panose="020F0302020204030204" pitchFamily="34" charset="0"/>
              <a:buAutoNum type="arabicPeriod"/>
            </a:pPr>
            <a:endParaRPr lang="en-IN" altLang="en-US" sz="2400"/>
          </a:p>
          <a:p>
            <a:pPr marL="457200" indent="-457200" algn="just" eaLnBrk="1" hangingPunct="1">
              <a:buAutoNum type="arabicPeriod"/>
            </a:pPr>
            <a:r>
              <a:rPr lang="en-IN" altLang="en-US" sz="2400" b="1" dirty="0"/>
              <a:t>Real-Time Processing: </a:t>
            </a:r>
            <a:r>
              <a:rPr lang="en-IN" sz="2400" dirty="0">
                <a:ea typeface="+mn-lt"/>
                <a:cs typeface="+mn-lt"/>
              </a:rPr>
              <a:t>Research is needed to focus on the real-time processing of healthcare data for timely interventions. Developing models that handle streaming data can support clinical workflows and improve patient care.</a:t>
            </a:r>
            <a:endParaRPr lang="en-IN" altLang="en-US" sz="2400" dirty="0">
              <a:ea typeface="Calibri" panose="020F0502020204030204"/>
              <a:cs typeface="Calibri" panose="020F0502020204030204"/>
            </a:endParaRPr>
          </a:p>
          <a:p>
            <a:pPr marL="457200" indent="-457200" algn="just">
              <a:buAutoNum type="arabicPeriod"/>
            </a:pPr>
            <a:endParaRPr lang="en-IN" sz="2400" dirty="0"/>
          </a:p>
          <a:p>
            <a:pPr marL="457200" indent="-457200" algn="just" eaLnBrk="1" hangingPunct="1">
              <a:buAutoNum type="arabicPeriod"/>
            </a:pPr>
            <a:r>
              <a:rPr lang="en-IN" altLang="en-US" sz="2400" b="1" dirty="0"/>
              <a:t>Model Explainability: </a:t>
            </a:r>
            <a:r>
              <a:rPr lang="en-IN" sz="2400" dirty="0">
                <a:ea typeface="+mn-lt"/>
                <a:cs typeface="+mn-lt"/>
              </a:rPr>
              <a:t>Ensuring the explainability and transparency of machine learning models in healthcare is crucial. This helps healthcare professionals understand and trust AI-driven predictions, fostering better adoption in clinical practice.</a:t>
            </a:r>
            <a:endParaRPr lang="en-IN" altLang="en-US" sz="2400" dirty="0">
              <a:ea typeface="Calibri"/>
              <a:cs typeface="Calibri"/>
            </a:endParaRPr>
          </a:p>
        </p:txBody>
      </p:sp>
      <p:sp>
        <p:nvSpPr>
          <p:cNvPr id="27651" name="Footer Placeholder 4">
            <a:extLst>
              <a:ext uri="{FF2B5EF4-FFF2-40B4-BE49-F238E27FC236}">
                <a16:creationId xmlns:a16="http://schemas.microsoft.com/office/drawing/2014/main" id="{35ADEFDF-8125-A924-4580-1DCCEDC895FA}"/>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27652" name="Slide Number Placeholder 5">
            <a:extLst>
              <a:ext uri="{FF2B5EF4-FFF2-40B4-BE49-F238E27FC236}">
                <a16:creationId xmlns:a16="http://schemas.microsoft.com/office/drawing/2014/main" id="{882BE8F1-8869-E4B5-64DF-DDA739F51461}"/>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B52CF9C-2E27-47C8-81B0-A344B959F048}" type="slidenum">
              <a:rPr lang="en-US" altLang="en-US" sz="1600" smtClean="0">
                <a:solidFill>
                  <a:schemeClr val="bg1"/>
                </a:solidFill>
              </a:rPr>
              <a:pPr fontAlgn="base">
                <a:lnSpc>
                  <a:spcPct val="100000"/>
                </a:lnSpc>
                <a:spcBef>
                  <a:spcPct val="0"/>
                </a:spcBef>
                <a:spcAft>
                  <a:spcPct val="0"/>
                </a:spcAft>
                <a:buFontTx/>
                <a:buNone/>
              </a:pPr>
              <a:t>6</a:t>
            </a:fld>
            <a:endParaRPr lang="en-US" altLang="en-US" sz="1600">
              <a:solidFill>
                <a:schemeClr val="bg1"/>
              </a:solidFill>
            </a:endParaRPr>
          </a:p>
        </p:txBody>
      </p:sp>
      <p:sp>
        <p:nvSpPr>
          <p:cNvPr id="11" name="Rectangle 10">
            <a:extLst>
              <a:ext uri="{FF2B5EF4-FFF2-40B4-BE49-F238E27FC236}">
                <a16:creationId xmlns:a16="http://schemas.microsoft.com/office/drawing/2014/main" id="{1E835127-AB91-DAD4-CA25-A70E35D8B9E8}"/>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7654" name="TextBox 12">
            <a:extLst>
              <a:ext uri="{FF2B5EF4-FFF2-40B4-BE49-F238E27FC236}">
                <a16:creationId xmlns:a16="http://schemas.microsoft.com/office/drawing/2014/main" id="{1413DB8F-F503-7E67-0B07-7A1D17858EF2}"/>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Identified Research Gap </a:t>
            </a:r>
          </a:p>
          <a:p>
            <a:pPr eaLnBrk="1" hangingPunct="1">
              <a:lnSpc>
                <a:spcPct val="100000"/>
              </a:lnSpc>
              <a:spcBef>
                <a:spcPct val="0"/>
              </a:spcBef>
              <a:buFontTx/>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15885D12-E2EA-45D7-35AD-E798C801DA2E}"/>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27656" name="Footer Placeholder 4">
            <a:extLst>
              <a:ext uri="{FF2B5EF4-FFF2-40B4-BE49-F238E27FC236}">
                <a16:creationId xmlns:a16="http://schemas.microsoft.com/office/drawing/2014/main" id="{8B5F1897-E1D8-28A3-615C-C59112855C8E}"/>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0286E1A-5273-F876-61BE-3804763DBB43}"/>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12291" name="Content Placeholder 3">
            <a:extLst>
              <a:ext uri="{FF2B5EF4-FFF2-40B4-BE49-F238E27FC236}">
                <a16:creationId xmlns:a16="http://schemas.microsoft.com/office/drawing/2014/main" id="{0944184F-1492-38D2-B655-AC6938E203F6}"/>
              </a:ext>
            </a:extLst>
          </p:cNvPr>
          <p:cNvSpPr>
            <a:spLocks noGrp="1" noChangeArrowheads="1"/>
          </p:cNvSpPr>
          <p:nvPr>
            <p:ph idx="1"/>
          </p:nvPr>
        </p:nvSpPr>
        <p:spPr>
          <a:xfrm>
            <a:off x="427038" y="1238250"/>
            <a:ext cx="11487150" cy="5041900"/>
          </a:xfrm>
        </p:spPr>
        <p:txBody>
          <a:bodyPr/>
          <a:lstStyle/>
          <a:p>
            <a:pPr algn="just" eaLnBrk="1" hangingPunct="1">
              <a:defRPr/>
            </a:pPr>
            <a:r>
              <a:rPr lang="en-IN" sz="2400" dirty="0">
                <a:ea typeface="+mn-lt"/>
                <a:cs typeface="+mn-lt"/>
              </a:rPr>
              <a:t>Despite advancements in healthcare technology, accurately predicting patient health risks remains a challenge due to the complexity and variability of medical data. Existing models often fail to integrate diverse health metrics, real-time data, and personalized factors, resulting in limited predictive accuracy and effectiveness in clinical settings. This gap hampers timely intervention and personalized patient care, leading to suboptimal health outcomes.</a:t>
            </a:r>
            <a:endParaRPr lang="en-IN" altLang="en-US" sz="2400" dirty="0">
              <a:ea typeface="+mn-lt"/>
              <a:cs typeface="+mn-lt"/>
            </a:endParaRPr>
          </a:p>
          <a:p>
            <a:pPr marL="0" indent="0" algn="just" eaLnBrk="1" hangingPunct="1">
              <a:buFont typeface="Arial" panose="020B0604020202020204" pitchFamily="34" charset="0"/>
              <a:buNone/>
              <a:defRPr/>
            </a:pPr>
            <a:endParaRPr lang="en-IN" altLang="en-US" sz="2400" dirty="0"/>
          </a:p>
          <a:p>
            <a:pPr algn="just" eaLnBrk="1" hangingPunct="1">
              <a:defRPr/>
            </a:pPr>
            <a:r>
              <a:rPr lang="en-IN" sz="2400" dirty="0">
                <a:ea typeface="+mn-lt"/>
                <a:cs typeface="+mn-lt"/>
              </a:rPr>
              <a:t>Additionally, current predictive models lack transparency and explainability, making it difficult for healthcare professionals to trust and rely on their predictions. There is an urgent need for a comprehensive healthcare classification system that leverages advanced machine learning techniques to </a:t>
            </a:r>
            <a:r>
              <a:rPr lang="en-IN" sz="2400" dirty="0" err="1">
                <a:ea typeface="+mn-lt"/>
                <a:cs typeface="+mn-lt"/>
              </a:rPr>
              <a:t>analyze</a:t>
            </a:r>
            <a:r>
              <a:rPr lang="en-IN" sz="2400" dirty="0">
                <a:ea typeface="+mn-lt"/>
                <a:cs typeface="+mn-lt"/>
              </a:rPr>
              <a:t> and predict health risks. Such a system should incorporate diverse data sources, provide real-time predictions, and offer clear, actionable insights to support personalized patient care and improve overall health outcomes.</a:t>
            </a:r>
            <a:endParaRPr lang="en-IN" altLang="en-US" sz="2400" dirty="0"/>
          </a:p>
        </p:txBody>
      </p:sp>
      <p:sp>
        <p:nvSpPr>
          <p:cNvPr id="29699" name="Footer Placeholder 4">
            <a:extLst>
              <a:ext uri="{FF2B5EF4-FFF2-40B4-BE49-F238E27FC236}">
                <a16:creationId xmlns:a16="http://schemas.microsoft.com/office/drawing/2014/main" id="{0BC69F33-DD02-5D78-DB8F-7FA910516AB0}"/>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29700" name="Slide Number Placeholder 5">
            <a:extLst>
              <a:ext uri="{FF2B5EF4-FFF2-40B4-BE49-F238E27FC236}">
                <a16:creationId xmlns:a16="http://schemas.microsoft.com/office/drawing/2014/main" id="{B7681402-FFC6-5174-4F85-0AEB566911D3}"/>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6FF4550-DE11-428B-9355-6361B32EFCFC}" type="slidenum">
              <a:rPr lang="en-US" altLang="en-US" sz="1600" smtClean="0">
                <a:solidFill>
                  <a:schemeClr val="bg1"/>
                </a:solidFill>
              </a:rPr>
              <a:pPr fontAlgn="base">
                <a:lnSpc>
                  <a:spcPct val="100000"/>
                </a:lnSpc>
                <a:spcBef>
                  <a:spcPct val="0"/>
                </a:spcBef>
                <a:spcAft>
                  <a:spcPct val="0"/>
                </a:spcAft>
                <a:buFontTx/>
                <a:buNone/>
              </a:pPr>
              <a:t>7</a:t>
            </a:fld>
            <a:endParaRPr lang="en-US" altLang="en-US" sz="1600">
              <a:solidFill>
                <a:schemeClr val="bg1"/>
              </a:solidFill>
            </a:endParaRPr>
          </a:p>
        </p:txBody>
      </p:sp>
      <p:sp>
        <p:nvSpPr>
          <p:cNvPr id="11" name="Rectangle 10">
            <a:extLst>
              <a:ext uri="{FF2B5EF4-FFF2-40B4-BE49-F238E27FC236}">
                <a16:creationId xmlns:a16="http://schemas.microsoft.com/office/drawing/2014/main" id="{1CDA775F-AE54-358D-371A-4D44FE0F1736}"/>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9702" name="TextBox 12">
            <a:extLst>
              <a:ext uri="{FF2B5EF4-FFF2-40B4-BE49-F238E27FC236}">
                <a16:creationId xmlns:a16="http://schemas.microsoft.com/office/drawing/2014/main" id="{184D7F22-29C1-08D4-9382-C652DDB565FA}"/>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Problem Statement  </a:t>
            </a:r>
          </a:p>
          <a:p>
            <a:pPr eaLnBrk="1" hangingPunct="1">
              <a:lnSpc>
                <a:spcPct val="100000"/>
              </a:lnSpc>
              <a:spcBef>
                <a:spcPct val="0"/>
              </a:spcBef>
              <a:buFontTx/>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04EF7255-4B8C-C57B-CE85-4DDA323E0F59}"/>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29704" name="Footer Placeholder 4">
            <a:extLst>
              <a:ext uri="{FF2B5EF4-FFF2-40B4-BE49-F238E27FC236}">
                <a16:creationId xmlns:a16="http://schemas.microsoft.com/office/drawing/2014/main" id="{17E04D6A-4123-3CAB-712E-D80AFDDD9DDF}"/>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AE80526-B39D-5C7C-FCD0-70B3635B8914}"/>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31746" name="Content Placeholder 3">
            <a:extLst>
              <a:ext uri="{FF2B5EF4-FFF2-40B4-BE49-F238E27FC236}">
                <a16:creationId xmlns:a16="http://schemas.microsoft.com/office/drawing/2014/main" id="{FBA48A7D-7921-C4DE-CB20-3955A4C9C7D4}"/>
              </a:ext>
            </a:extLst>
          </p:cNvPr>
          <p:cNvSpPr>
            <a:spLocks noGrp="1" noChangeArrowheads="1"/>
          </p:cNvSpPr>
          <p:nvPr>
            <p:ph idx="1"/>
          </p:nvPr>
        </p:nvSpPr>
        <p:spPr>
          <a:xfrm>
            <a:off x="427038" y="1238250"/>
            <a:ext cx="11487150" cy="5041900"/>
          </a:xfrm>
        </p:spPr>
        <p:txBody>
          <a:bodyPr/>
          <a:lstStyle/>
          <a:p>
            <a:pPr marL="457200" indent="-457200" algn="just" eaLnBrk="1" hangingPunct="1">
              <a:buFont typeface="Calibri Light" panose="020F0302020204030204" pitchFamily="34" charset="0"/>
              <a:buAutoNum type="arabicPeriod"/>
            </a:pPr>
            <a:endParaRPr lang="en-IN" altLang="en-US" sz="2400"/>
          </a:p>
          <a:p>
            <a:pPr marL="457200" indent="-457200" algn="just" eaLnBrk="1" hangingPunct="1">
              <a:buAutoNum type="arabicPeriod"/>
            </a:pPr>
            <a:r>
              <a:rPr lang="en-IN" sz="2400" dirty="0">
                <a:ea typeface="+mn-lt"/>
                <a:cs typeface="+mn-lt"/>
              </a:rPr>
              <a:t>Develop a robust machine learning model to classify patient health risks using a diverse healthcare dataset.</a:t>
            </a:r>
            <a:endParaRPr lang="en-IN" altLang="en-US" sz="2400" dirty="0">
              <a:ea typeface="Calibri"/>
              <a:cs typeface="Calibri"/>
            </a:endParaRPr>
          </a:p>
          <a:p>
            <a:pPr marL="457200" indent="-457200" algn="just" eaLnBrk="1" hangingPunct="1">
              <a:buAutoNum type="arabicPeriod"/>
            </a:pPr>
            <a:r>
              <a:rPr lang="en-IN" sz="2400" dirty="0">
                <a:ea typeface="+mn-lt"/>
                <a:cs typeface="+mn-lt"/>
              </a:rPr>
              <a:t>Enhance model transparency and interpretability for healthcare professionals.</a:t>
            </a:r>
            <a:endParaRPr lang="en-IN" altLang="en-US" sz="2400" dirty="0">
              <a:ea typeface="Calibri"/>
              <a:cs typeface="Calibri"/>
            </a:endParaRPr>
          </a:p>
          <a:p>
            <a:pPr marL="457200" indent="-457200" algn="just" eaLnBrk="1" hangingPunct="1">
              <a:buAutoNum type="arabicPeriod"/>
            </a:pPr>
            <a:r>
              <a:rPr lang="en-IN" sz="2400" dirty="0">
                <a:ea typeface="+mn-lt"/>
                <a:cs typeface="+mn-lt"/>
              </a:rPr>
              <a:t>Utilize a variety of healthcare data sources for comprehensive analysis.</a:t>
            </a:r>
          </a:p>
          <a:p>
            <a:pPr marL="457200" indent="-457200" algn="just" eaLnBrk="1" hangingPunct="1">
              <a:buAutoNum type="arabicPeriod"/>
            </a:pPr>
            <a:r>
              <a:rPr lang="en-IN" sz="2400" dirty="0">
                <a:ea typeface="+mn-lt"/>
                <a:cs typeface="+mn-lt"/>
              </a:rPr>
              <a:t>Ensure the classification system is scalable and flexible.</a:t>
            </a:r>
            <a:endParaRPr lang="en-IN" altLang="en-US" sz="2400" dirty="0">
              <a:ea typeface="Calibri"/>
              <a:cs typeface="Calibri"/>
            </a:endParaRPr>
          </a:p>
          <a:p>
            <a:pPr marL="457200" indent="-457200" algn="just" eaLnBrk="1" hangingPunct="1">
              <a:buAutoNum type="arabicPeriod"/>
            </a:pPr>
            <a:r>
              <a:rPr lang="en-IN" sz="2400" dirty="0">
                <a:ea typeface="+mn-lt"/>
                <a:cs typeface="+mn-lt"/>
              </a:rPr>
              <a:t>Validate the model's performance through thorough evaluation metrics and real-world testing.</a:t>
            </a:r>
            <a:r>
              <a:rPr lang="en-IN" altLang="en-US" sz="2400" dirty="0"/>
              <a:t> </a:t>
            </a:r>
            <a:endParaRPr lang="en-IN" altLang="en-US" sz="2400" dirty="0">
              <a:ea typeface="Calibri"/>
              <a:cs typeface="Calibri"/>
            </a:endParaRPr>
          </a:p>
        </p:txBody>
      </p:sp>
      <p:sp>
        <p:nvSpPr>
          <p:cNvPr id="31747" name="Footer Placeholder 4">
            <a:extLst>
              <a:ext uri="{FF2B5EF4-FFF2-40B4-BE49-F238E27FC236}">
                <a16:creationId xmlns:a16="http://schemas.microsoft.com/office/drawing/2014/main" id="{36AA6075-E4A8-E70B-F070-E0FBBF6F79D6}"/>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31748" name="Slide Number Placeholder 5">
            <a:extLst>
              <a:ext uri="{FF2B5EF4-FFF2-40B4-BE49-F238E27FC236}">
                <a16:creationId xmlns:a16="http://schemas.microsoft.com/office/drawing/2014/main" id="{D84C3595-CF16-BD7B-5194-EDC2D45BBAB7}"/>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81C26E8-85A7-4048-8DF2-CB4FB037C80A}" type="slidenum">
              <a:rPr lang="en-US" altLang="en-US" sz="1600" smtClean="0">
                <a:solidFill>
                  <a:schemeClr val="bg1"/>
                </a:solidFill>
              </a:rPr>
              <a:pPr fontAlgn="base">
                <a:lnSpc>
                  <a:spcPct val="100000"/>
                </a:lnSpc>
                <a:spcBef>
                  <a:spcPct val="0"/>
                </a:spcBef>
                <a:spcAft>
                  <a:spcPct val="0"/>
                </a:spcAft>
                <a:buFontTx/>
                <a:buNone/>
              </a:pPr>
              <a:t>8</a:t>
            </a:fld>
            <a:endParaRPr lang="en-US" altLang="en-US" sz="1600">
              <a:solidFill>
                <a:schemeClr val="bg1"/>
              </a:solidFill>
            </a:endParaRPr>
          </a:p>
        </p:txBody>
      </p:sp>
      <p:sp>
        <p:nvSpPr>
          <p:cNvPr id="11" name="Rectangle 10">
            <a:extLst>
              <a:ext uri="{FF2B5EF4-FFF2-40B4-BE49-F238E27FC236}">
                <a16:creationId xmlns:a16="http://schemas.microsoft.com/office/drawing/2014/main" id="{D34C3FF8-B6F4-E921-FF37-C944BE06EBAC}"/>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1750" name="TextBox 12">
            <a:extLst>
              <a:ext uri="{FF2B5EF4-FFF2-40B4-BE49-F238E27FC236}">
                <a16:creationId xmlns:a16="http://schemas.microsoft.com/office/drawing/2014/main" id="{AE7964A3-AD6F-0693-2EDC-EA6514DFC1C6}"/>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Objectives of the Work  </a:t>
            </a:r>
          </a:p>
          <a:p>
            <a:pPr eaLnBrk="1" hangingPunct="1">
              <a:lnSpc>
                <a:spcPct val="100000"/>
              </a:lnSpc>
              <a:spcBef>
                <a:spcPct val="0"/>
              </a:spcBef>
              <a:buFont typeface="Arial" panose="020B0604020202020204" pitchFamily="34" charset="0"/>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FBC1687D-681C-EA6A-9B3B-63C8623D2180}"/>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31752" name="Footer Placeholder 4">
            <a:extLst>
              <a:ext uri="{FF2B5EF4-FFF2-40B4-BE49-F238E27FC236}">
                <a16:creationId xmlns:a16="http://schemas.microsoft.com/office/drawing/2014/main" id="{54DC3D20-1101-6FBF-31BA-145B36E7EA32}"/>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F07E749-2E5F-FAC4-DF96-5E81B3FFAEC1}"/>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33794" name="Content Placeholder 3">
            <a:extLst>
              <a:ext uri="{FF2B5EF4-FFF2-40B4-BE49-F238E27FC236}">
                <a16:creationId xmlns:a16="http://schemas.microsoft.com/office/drawing/2014/main" id="{4CC109D9-01A7-3F4B-E78B-EDB1A60910EB}"/>
              </a:ext>
            </a:extLst>
          </p:cNvPr>
          <p:cNvSpPr>
            <a:spLocks noGrp="1" noChangeArrowheads="1"/>
          </p:cNvSpPr>
          <p:nvPr>
            <p:ph idx="1"/>
          </p:nvPr>
        </p:nvSpPr>
        <p:spPr>
          <a:xfrm>
            <a:off x="427038" y="1238250"/>
            <a:ext cx="11487150" cy="5041900"/>
          </a:xfrm>
        </p:spPr>
        <p:txBody>
          <a:bodyPr/>
          <a:lstStyle/>
          <a:p>
            <a:pPr marL="457200" indent="-457200" algn="just" eaLnBrk="1" hangingPunct="1">
              <a:buFont typeface="Calibri Light" panose="020F0302020204030204" pitchFamily="34" charset="0"/>
              <a:buAutoNum type="arabicPeriod"/>
            </a:pPr>
            <a:r>
              <a:rPr lang="en-IN" altLang="en-US" sz="2400" b="1" dirty="0"/>
              <a:t>Data Collection: </a:t>
            </a:r>
            <a:r>
              <a:rPr lang="en-IN" altLang="en-US" sz="2400" dirty="0"/>
              <a:t>Gather clinical and lifestyle data from publicly available datasets.</a:t>
            </a:r>
          </a:p>
          <a:p>
            <a:pPr marL="457200" indent="-457200" algn="just" eaLnBrk="1" hangingPunct="1">
              <a:buFont typeface="Calibri Light" panose="020F0302020204030204" pitchFamily="34" charset="0"/>
              <a:buAutoNum type="arabicPeriod"/>
            </a:pPr>
            <a:r>
              <a:rPr lang="en-IN" altLang="en-US" sz="2400" b="1" dirty="0"/>
              <a:t>Data Preprocessing: </a:t>
            </a:r>
            <a:r>
              <a:rPr lang="en-IN" altLang="en-US" sz="2400" dirty="0"/>
              <a:t>Clean and preprocess data to handle missing values, outliers, and normalize features for better model performance.</a:t>
            </a:r>
            <a:endParaRPr lang="en-IN" altLang="en-US" sz="2400" dirty="0">
              <a:ea typeface="Calibri"/>
              <a:cs typeface="Calibri"/>
            </a:endParaRPr>
          </a:p>
          <a:p>
            <a:pPr marL="457200" indent="-457200" algn="just" eaLnBrk="1" hangingPunct="1">
              <a:buAutoNum type="arabicPeriod"/>
            </a:pPr>
            <a:r>
              <a:rPr lang="en-IN" altLang="en-US" sz="2400" b="1" dirty="0"/>
              <a:t>Feature Selection: </a:t>
            </a:r>
            <a:r>
              <a:rPr lang="en-IN" sz="2400" dirty="0">
                <a:ea typeface="+mn-lt"/>
                <a:cs typeface="+mn-lt"/>
              </a:rPr>
              <a:t>Identify key features influencing patient health risks using statistical methods and domain expertise.</a:t>
            </a:r>
          </a:p>
          <a:p>
            <a:pPr marL="457200" indent="-457200" algn="just" eaLnBrk="1" hangingPunct="1">
              <a:buFont typeface="Calibri Light" panose="020F0302020204030204" pitchFamily="34" charset="0"/>
              <a:buAutoNum type="arabicPeriod"/>
            </a:pPr>
            <a:r>
              <a:rPr lang="en-IN" altLang="en-US" sz="2400" b="1" dirty="0"/>
              <a:t>Model Development: </a:t>
            </a:r>
            <a:r>
              <a:rPr lang="en-IN" altLang="en-US" sz="2400" dirty="0"/>
              <a:t>Develop predictive model using Random Forest algorithm in Machine Learning.</a:t>
            </a:r>
            <a:endParaRPr lang="en-IN" altLang="en-US" sz="2400" dirty="0">
              <a:ea typeface="Calibri"/>
              <a:cs typeface="Calibri"/>
            </a:endParaRPr>
          </a:p>
          <a:p>
            <a:pPr marL="457200" indent="-457200" algn="just" eaLnBrk="1" hangingPunct="1">
              <a:buFont typeface="Calibri Light" panose="020F0302020204030204" pitchFamily="34" charset="0"/>
              <a:buAutoNum type="arabicPeriod"/>
            </a:pPr>
            <a:r>
              <a:rPr lang="en-IN" altLang="en-US" sz="2400" b="1" dirty="0"/>
              <a:t>Model Evaluation: </a:t>
            </a:r>
            <a:r>
              <a:rPr lang="en-IN" altLang="en-US" sz="2400" dirty="0"/>
              <a:t>Evaluate models using performance metrics like accuracy, precision, recall, and F1-score to select the best-performing model.</a:t>
            </a:r>
            <a:endParaRPr lang="en-IN" altLang="en-US" sz="2400" dirty="0">
              <a:ea typeface="Calibri"/>
              <a:cs typeface="Calibri"/>
            </a:endParaRPr>
          </a:p>
          <a:p>
            <a:pPr marL="457200" indent="-457200" algn="just" eaLnBrk="1" hangingPunct="1">
              <a:buFont typeface="Calibri Light" panose="020F0302020204030204" pitchFamily="34" charset="0"/>
              <a:buAutoNum type="arabicPeriod"/>
            </a:pPr>
            <a:r>
              <a:rPr lang="en-IN" altLang="en-US" sz="2400" b="1" dirty="0"/>
              <a:t>Personalized Guidance system: </a:t>
            </a:r>
            <a:r>
              <a:rPr lang="en-IN" altLang="en-US" sz="2400" dirty="0"/>
              <a:t>Design a user-friendly interface providing actionable health recommendations based on individual risk profiles.</a:t>
            </a:r>
            <a:endParaRPr lang="en-IN" altLang="en-US" sz="2400" dirty="0">
              <a:ea typeface="Calibri"/>
              <a:cs typeface="Calibri"/>
            </a:endParaRPr>
          </a:p>
          <a:p>
            <a:pPr marL="457200" indent="-457200" algn="just" eaLnBrk="1" hangingPunct="1">
              <a:buFont typeface="Calibri Light" panose="020F0302020204030204" pitchFamily="34" charset="0"/>
              <a:buAutoNum type="arabicPeriod"/>
            </a:pPr>
            <a:r>
              <a:rPr lang="en-IN" altLang="en-US" sz="2400" b="1" dirty="0"/>
              <a:t>Validation and Testing: </a:t>
            </a:r>
            <a:r>
              <a:rPr lang="en-IN" altLang="en-US" sz="2400" dirty="0"/>
              <a:t>Validate the system using new data and test it.</a:t>
            </a:r>
            <a:endParaRPr lang="en-IN" altLang="en-US" sz="2400" b="1" dirty="0"/>
          </a:p>
        </p:txBody>
      </p:sp>
      <p:sp>
        <p:nvSpPr>
          <p:cNvPr id="33795" name="Footer Placeholder 4">
            <a:extLst>
              <a:ext uri="{FF2B5EF4-FFF2-40B4-BE49-F238E27FC236}">
                <a16:creationId xmlns:a16="http://schemas.microsoft.com/office/drawing/2014/main" id="{34C22A22-45C2-A493-11AD-215AF049FDAE}"/>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33796" name="Slide Number Placeholder 5">
            <a:extLst>
              <a:ext uri="{FF2B5EF4-FFF2-40B4-BE49-F238E27FC236}">
                <a16:creationId xmlns:a16="http://schemas.microsoft.com/office/drawing/2014/main" id="{7FE718E0-9FEC-482E-92FF-208E69AFB9D3}"/>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92FB666-547F-4FDE-B642-812E429D7BA2}" type="slidenum">
              <a:rPr lang="en-US" altLang="en-US" sz="1600" smtClean="0">
                <a:solidFill>
                  <a:schemeClr val="bg1"/>
                </a:solidFill>
              </a:rPr>
              <a:pPr fontAlgn="base">
                <a:lnSpc>
                  <a:spcPct val="100000"/>
                </a:lnSpc>
                <a:spcBef>
                  <a:spcPct val="0"/>
                </a:spcBef>
                <a:spcAft>
                  <a:spcPct val="0"/>
                </a:spcAft>
                <a:buFontTx/>
                <a:buNone/>
              </a:pPr>
              <a:t>9</a:t>
            </a:fld>
            <a:endParaRPr lang="en-US" altLang="en-US" sz="1600">
              <a:solidFill>
                <a:schemeClr val="bg1"/>
              </a:solidFill>
            </a:endParaRPr>
          </a:p>
        </p:txBody>
      </p:sp>
      <p:sp>
        <p:nvSpPr>
          <p:cNvPr id="11" name="Rectangle 10">
            <a:extLst>
              <a:ext uri="{FF2B5EF4-FFF2-40B4-BE49-F238E27FC236}">
                <a16:creationId xmlns:a16="http://schemas.microsoft.com/office/drawing/2014/main" id="{F7AAFE98-C025-D2C7-3292-E7DE4F146178}"/>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3798" name="TextBox 12">
            <a:extLst>
              <a:ext uri="{FF2B5EF4-FFF2-40B4-BE49-F238E27FC236}">
                <a16:creationId xmlns:a16="http://schemas.microsoft.com/office/drawing/2014/main" id="{37B40EB1-E1F6-1904-F9C7-37462575A2F7}"/>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Proposed Methodology  </a:t>
            </a:r>
          </a:p>
          <a:p>
            <a:pPr eaLnBrk="1" hangingPunct="1">
              <a:lnSpc>
                <a:spcPct val="100000"/>
              </a:lnSpc>
              <a:spcBef>
                <a:spcPct val="0"/>
              </a:spcBef>
              <a:buFont typeface="Arial" panose="020B0604020202020204" pitchFamily="34" charset="0"/>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77D3A889-F163-4263-7680-A47B63D6AAB6}"/>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33800" name="Footer Placeholder 4">
            <a:extLst>
              <a:ext uri="{FF2B5EF4-FFF2-40B4-BE49-F238E27FC236}">
                <a16:creationId xmlns:a16="http://schemas.microsoft.com/office/drawing/2014/main" id="{83A5BEB6-80EE-E02A-FB20-E035B7E12334}"/>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8C8C14C-49A7-EDBF-3C73-F415B4802AE2}"/>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35842" name="Content Placeholder 3">
            <a:extLst>
              <a:ext uri="{FF2B5EF4-FFF2-40B4-BE49-F238E27FC236}">
                <a16:creationId xmlns:a16="http://schemas.microsoft.com/office/drawing/2014/main" id="{5B35231C-2E8E-099D-9F13-84B791FD1043}"/>
              </a:ext>
            </a:extLst>
          </p:cNvPr>
          <p:cNvSpPr>
            <a:spLocks noGrp="1" noChangeArrowheads="1"/>
          </p:cNvSpPr>
          <p:nvPr>
            <p:ph idx="1"/>
          </p:nvPr>
        </p:nvSpPr>
        <p:spPr>
          <a:xfrm>
            <a:off x="427038" y="1238250"/>
            <a:ext cx="11487150" cy="5041900"/>
          </a:xfrm>
        </p:spPr>
        <p:txBody>
          <a:bodyPr/>
          <a:lstStyle/>
          <a:p>
            <a:pPr marL="457200" indent="-457200" algn="just" eaLnBrk="1" hangingPunct="1">
              <a:buFont typeface="Calibri Light" panose="020F0302020204030204" pitchFamily="34" charset="0"/>
              <a:buAutoNum type="arabicPeriod"/>
            </a:pPr>
            <a:r>
              <a:rPr lang="en-IN" altLang="en-US" sz="2400" b="1" dirty="0"/>
              <a:t>Data Preparation: </a:t>
            </a:r>
            <a:r>
              <a:rPr lang="en-IN" altLang="en-US" sz="2400" dirty="0"/>
              <a:t>Collected and </a:t>
            </a:r>
            <a:r>
              <a:rPr lang="en-IN" altLang="en-US" sz="2400" dirty="0" err="1"/>
              <a:t>preprocessed</a:t>
            </a:r>
            <a:r>
              <a:rPr lang="en-IN" altLang="en-US" sz="2400" dirty="0"/>
              <a:t> datasets, ensuring data quality and normalization for machine learning.</a:t>
            </a:r>
          </a:p>
          <a:p>
            <a:pPr marL="457200" indent="-457200" algn="just" eaLnBrk="1" hangingPunct="1">
              <a:buFont typeface="Calibri Light" panose="020F0302020204030204" pitchFamily="34" charset="0"/>
              <a:buAutoNum type="arabicPeriod"/>
            </a:pPr>
            <a:r>
              <a:rPr lang="en-IN" altLang="en-US" sz="2400" b="1" dirty="0"/>
              <a:t>Model Training and Testing: </a:t>
            </a:r>
            <a:r>
              <a:rPr lang="en-IN" altLang="en-US" sz="2400" dirty="0"/>
              <a:t>Developed predictive models using the algorithm Random Forest.</a:t>
            </a:r>
            <a:endParaRPr lang="en-IN" altLang="en-US" sz="2400" dirty="0">
              <a:ea typeface="Calibri"/>
              <a:cs typeface="Calibri"/>
            </a:endParaRPr>
          </a:p>
          <a:p>
            <a:pPr marL="457200" indent="-457200" algn="just" eaLnBrk="1" hangingPunct="1">
              <a:buAutoNum type="arabicPeriod"/>
            </a:pPr>
            <a:r>
              <a:rPr lang="en-IN" altLang="en-US" sz="2400" b="1" dirty="0"/>
              <a:t>Feature Analysis: </a:t>
            </a:r>
            <a:r>
              <a:rPr lang="en-IN" sz="2400" dirty="0">
                <a:ea typeface="+mn-lt"/>
                <a:cs typeface="+mn-lt"/>
              </a:rPr>
              <a:t>Performed feature selection to identify key factors influencing patient health risks.</a:t>
            </a:r>
            <a:endParaRPr lang="en-IN" altLang="en-US" sz="2400" dirty="0">
              <a:ea typeface="+mn-lt"/>
              <a:cs typeface="+mn-lt"/>
            </a:endParaRPr>
          </a:p>
          <a:p>
            <a:pPr marL="457200" indent="-457200" algn="just">
              <a:buAutoNum type="arabicPeriod"/>
            </a:pPr>
            <a:r>
              <a:rPr lang="en-IN" altLang="en-US" sz="2400" b="1" dirty="0"/>
              <a:t>System Integration: </a:t>
            </a:r>
            <a:r>
              <a:rPr lang="en-IN" sz="2400" dirty="0">
                <a:ea typeface="+mn-lt"/>
                <a:cs typeface="+mn-lt"/>
              </a:rPr>
              <a:t>Integrate the predictive model into a user-friendly Dash application for easy interaction and visualization of health risk predictions.</a:t>
            </a:r>
            <a:endParaRPr lang="en-IN" altLang="en-US" sz="2400" dirty="0">
              <a:ea typeface="Calibri"/>
              <a:cs typeface="Calibri"/>
            </a:endParaRPr>
          </a:p>
          <a:p>
            <a:pPr marL="457200" indent="-457200" algn="just">
              <a:buAutoNum type="arabicPeriod"/>
            </a:pPr>
            <a:r>
              <a:rPr lang="en-IN" altLang="en-US" sz="2400" b="1" dirty="0"/>
              <a:t>Validation: </a:t>
            </a:r>
            <a:r>
              <a:rPr lang="en-IN" sz="2400" dirty="0">
                <a:ea typeface="+mn-lt"/>
                <a:cs typeface="+mn-lt"/>
              </a:rPr>
              <a:t>Evaluated the system with new data to ensure accuracy and adaptability for various patient groups.</a:t>
            </a:r>
            <a:endParaRPr lang="en-IN" altLang="en-US" sz="2400" dirty="0">
              <a:ea typeface="+mn-lt"/>
              <a:cs typeface="+mn-lt"/>
            </a:endParaRPr>
          </a:p>
        </p:txBody>
      </p:sp>
      <p:sp>
        <p:nvSpPr>
          <p:cNvPr id="35843" name="Footer Placeholder 4">
            <a:extLst>
              <a:ext uri="{FF2B5EF4-FFF2-40B4-BE49-F238E27FC236}">
                <a16:creationId xmlns:a16="http://schemas.microsoft.com/office/drawing/2014/main" id="{53D7450D-F673-54DB-0BD4-5BE3BAC34C10}"/>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35844" name="Slide Number Placeholder 5">
            <a:extLst>
              <a:ext uri="{FF2B5EF4-FFF2-40B4-BE49-F238E27FC236}">
                <a16:creationId xmlns:a16="http://schemas.microsoft.com/office/drawing/2014/main" id="{A868BE85-0D8F-B9B3-4E62-DC164C6C45BF}"/>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C16AF96-9709-4C00-AF99-C1B9C2D6D0B6}" type="slidenum">
              <a:rPr lang="en-US" altLang="en-US" sz="1600" smtClean="0">
                <a:solidFill>
                  <a:schemeClr val="bg1"/>
                </a:solidFill>
              </a:rPr>
              <a:pPr fontAlgn="base">
                <a:lnSpc>
                  <a:spcPct val="100000"/>
                </a:lnSpc>
                <a:spcBef>
                  <a:spcPct val="0"/>
                </a:spcBef>
                <a:spcAft>
                  <a:spcPct val="0"/>
                </a:spcAft>
                <a:buFontTx/>
                <a:buNone/>
              </a:pPr>
              <a:t>10</a:t>
            </a:fld>
            <a:endParaRPr lang="en-US" altLang="en-US" sz="1600">
              <a:solidFill>
                <a:schemeClr val="bg1"/>
              </a:solidFill>
            </a:endParaRPr>
          </a:p>
        </p:txBody>
      </p:sp>
      <p:sp>
        <p:nvSpPr>
          <p:cNvPr id="11" name="Rectangle 10">
            <a:extLst>
              <a:ext uri="{FF2B5EF4-FFF2-40B4-BE49-F238E27FC236}">
                <a16:creationId xmlns:a16="http://schemas.microsoft.com/office/drawing/2014/main" id="{9F371984-F446-91AA-F7AB-CDC9138962C3}"/>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5846" name="TextBox 12">
            <a:extLst>
              <a:ext uri="{FF2B5EF4-FFF2-40B4-BE49-F238E27FC236}">
                <a16:creationId xmlns:a16="http://schemas.microsoft.com/office/drawing/2014/main" id="{1FD737BC-F266-DDD3-DA9E-7AB8E2144620}"/>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Implementation Work  </a:t>
            </a:r>
          </a:p>
          <a:p>
            <a:pPr eaLnBrk="1" hangingPunct="1">
              <a:lnSpc>
                <a:spcPct val="100000"/>
              </a:lnSpc>
              <a:spcBef>
                <a:spcPct val="0"/>
              </a:spcBef>
              <a:buFont typeface="Arial" panose="020B0604020202020204" pitchFamily="34" charset="0"/>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08D0A899-CC73-1BB9-F1DA-426A752917C7}"/>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35848" name="Footer Placeholder 4">
            <a:extLst>
              <a:ext uri="{FF2B5EF4-FFF2-40B4-BE49-F238E27FC236}">
                <a16:creationId xmlns:a16="http://schemas.microsoft.com/office/drawing/2014/main" id="{5C82BE48-F0CF-C8D4-9FEB-E92EAFF05640}"/>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517AA49-0005-A7CC-EFF3-3C7C2153940B}"/>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37890" name="Content Placeholder 3">
            <a:extLst>
              <a:ext uri="{FF2B5EF4-FFF2-40B4-BE49-F238E27FC236}">
                <a16:creationId xmlns:a16="http://schemas.microsoft.com/office/drawing/2014/main" id="{C0A4CA8A-2287-9A3D-5727-7BD81E0E4D80}"/>
              </a:ext>
            </a:extLst>
          </p:cNvPr>
          <p:cNvSpPr>
            <a:spLocks noGrp="1" noChangeArrowheads="1"/>
          </p:cNvSpPr>
          <p:nvPr>
            <p:ph idx="1"/>
          </p:nvPr>
        </p:nvSpPr>
        <p:spPr>
          <a:xfrm>
            <a:off x="427038" y="1238250"/>
            <a:ext cx="11487150" cy="5041900"/>
          </a:xfrm>
        </p:spPr>
        <p:txBody>
          <a:bodyPr/>
          <a:lstStyle/>
          <a:p>
            <a:pPr marL="457200" indent="-457200" algn="just" eaLnBrk="1" hangingPunct="1">
              <a:buFont typeface="Calibri Light" panose="020F0302020204030204" pitchFamily="34" charset="0"/>
              <a:buAutoNum type="arabicPeriod"/>
            </a:pPr>
            <a:r>
              <a:rPr lang="en-IN" altLang="en-US" sz="2400" b="1" dirty="0"/>
              <a:t>Month 1: </a:t>
            </a:r>
            <a:r>
              <a:rPr lang="en-IN" altLang="en-US" sz="2400" dirty="0"/>
              <a:t>Data collection and preprocessing. Identifying and preparing datasets for analysis.</a:t>
            </a:r>
          </a:p>
          <a:p>
            <a:pPr marL="457200" indent="-457200" algn="just" eaLnBrk="1" hangingPunct="1">
              <a:buFont typeface="Calibri Light" panose="020F0302020204030204" pitchFamily="34" charset="0"/>
              <a:buAutoNum type="arabicPeriod"/>
            </a:pPr>
            <a:r>
              <a:rPr lang="en-IN" altLang="en-US" sz="2400" b="1" dirty="0"/>
              <a:t>Month 2:</a:t>
            </a:r>
            <a:r>
              <a:rPr lang="en-IN" altLang="en-US" sz="2400" dirty="0"/>
              <a:t> Feature selection and exploratory data analysis. Development of predictive models using machine learning and optimization.</a:t>
            </a:r>
            <a:endParaRPr lang="en-IN" altLang="en-US" sz="2400" dirty="0">
              <a:ea typeface="Calibri"/>
              <a:cs typeface="Calibri"/>
            </a:endParaRPr>
          </a:p>
          <a:p>
            <a:pPr marL="457200" indent="-457200" algn="just" eaLnBrk="1" hangingPunct="1">
              <a:buAutoNum type="arabicPeriod"/>
            </a:pPr>
            <a:r>
              <a:rPr lang="en-IN" altLang="en-US" sz="2400" b="1" dirty="0"/>
              <a:t>Month 3: </a:t>
            </a:r>
            <a:r>
              <a:rPr lang="en-IN" sz="2400" dirty="0">
                <a:ea typeface="+mn-lt"/>
                <a:cs typeface="+mn-lt"/>
              </a:rPr>
              <a:t>Development of the Dash application and designing user-friendly interfaces for health risk predictions.</a:t>
            </a:r>
            <a:endParaRPr lang="en-IN" altLang="en-US" sz="2400" dirty="0">
              <a:ea typeface="Calibri"/>
              <a:cs typeface="Calibri"/>
            </a:endParaRPr>
          </a:p>
          <a:p>
            <a:pPr marL="457200" indent="-457200" algn="just" eaLnBrk="1" hangingPunct="1">
              <a:buFont typeface="Calibri Light" panose="020F0302020204030204" pitchFamily="34" charset="0"/>
              <a:buAutoNum type="arabicPeriod"/>
            </a:pPr>
            <a:r>
              <a:rPr lang="en-IN" altLang="en-US" sz="2400" b="1" dirty="0"/>
              <a:t>Month 4: </a:t>
            </a:r>
            <a:r>
              <a:rPr lang="en-IN" altLang="en-US" sz="2400" dirty="0"/>
              <a:t>System testing, validation, and fine tuning. Preparing documentation and final presentation.</a:t>
            </a:r>
            <a:endParaRPr lang="en-IN" altLang="en-US" sz="2400" b="1" dirty="0"/>
          </a:p>
        </p:txBody>
      </p:sp>
      <p:sp>
        <p:nvSpPr>
          <p:cNvPr id="37891" name="Footer Placeholder 4">
            <a:extLst>
              <a:ext uri="{FF2B5EF4-FFF2-40B4-BE49-F238E27FC236}">
                <a16:creationId xmlns:a16="http://schemas.microsoft.com/office/drawing/2014/main" id="{9391E932-6C74-B80F-A3BF-237100512C4F}"/>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37892" name="Slide Number Placeholder 5">
            <a:extLst>
              <a:ext uri="{FF2B5EF4-FFF2-40B4-BE49-F238E27FC236}">
                <a16:creationId xmlns:a16="http://schemas.microsoft.com/office/drawing/2014/main" id="{ECD70A24-D163-2D76-8B0D-B92D1B2DE76D}"/>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C8AE16C-B50F-48D6-A7D9-D759D559DB83}" type="slidenum">
              <a:rPr lang="en-US" altLang="en-US" sz="1600" smtClean="0">
                <a:solidFill>
                  <a:schemeClr val="bg1"/>
                </a:solidFill>
              </a:rPr>
              <a:pPr fontAlgn="base">
                <a:lnSpc>
                  <a:spcPct val="100000"/>
                </a:lnSpc>
                <a:spcBef>
                  <a:spcPct val="0"/>
                </a:spcBef>
                <a:spcAft>
                  <a:spcPct val="0"/>
                </a:spcAft>
                <a:buFontTx/>
                <a:buNone/>
              </a:pPr>
              <a:t>11</a:t>
            </a:fld>
            <a:endParaRPr lang="en-US" altLang="en-US" sz="1600">
              <a:solidFill>
                <a:schemeClr val="bg1"/>
              </a:solidFill>
            </a:endParaRPr>
          </a:p>
        </p:txBody>
      </p:sp>
      <p:sp>
        <p:nvSpPr>
          <p:cNvPr id="11" name="Rectangle 10">
            <a:extLst>
              <a:ext uri="{FF2B5EF4-FFF2-40B4-BE49-F238E27FC236}">
                <a16:creationId xmlns:a16="http://schemas.microsoft.com/office/drawing/2014/main" id="{0AA2D46C-53AC-3AEE-7BDA-17AFD896270E}"/>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7894" name="TextBox 12">
            <a:extLst>
              <a:ext uri="{FF2B5EF4-FFF2-40B4-BE49-F238E27FC236}">
                <a16:creationId xmlns:a16="http://schemas.microsoft.com/office/drawing/2014/main" id="{5495A443-3D64-3542-47B4-784C006615A5}"/>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Timeline Chart  </a:t>
            </a:r>
          </a:p>
          <a:p>
            <a:pPr eaLnBrk="1" hangingPunct="1">
              <a:lnSpc>
                <a:spcPct val="100000"/>
              </a:lnSpc>
              <a:spcBef>
                <a:spcPct val="0"/>
              </a:spcBef>
              <a:buFont typeface="Arial" panose="020B0604020202020204" pitchFamily="34" charset="0"/>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0A8F79D6-739E-DB50-004B-009A9816B19C}"/>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37896" name="Footer Placeholder 4">
            <a:extLst>
              <a:ext uri="{FF2B5EF4-FFF2-40B4-BE49-F238E27FC236}">
                <a16:creationId xmlns:a16="http://schemas.microsoft.com/office/drawing/2014/main" id="{E64C1D9A-AB03-55C6-94A9-FDF120ACB176}"/>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E53A19E-C707-8650-0905-15CF683101A0}"/>
              </a:ext>
            </a:extLst>
          </p:cNvPr>
          <p:cNvSpPr/>
          <p:nvPr/>
        </p:nvSpPr>
        <p:spPr>
          <a:xfrm>
            <a:off x="9525" y="6407150"/>
            <a:ext cx="12192000" cy="447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chemeClr val="accent1"/>
              </a:solidFill>
            </a:endParaRPr>
          </a:p>
        </p:txBody>
      </p:sp>
      <p:sp>
        <p:nvSpPr>
          <p:cNvPr id="39938" name="Content Placeholder 3">
            <a:extLst>
              <a:ext uri="{FF2B5EF4-FFF2-40B4-BE49-F238E27FC236}">
                <a16:creationId xmlns:a16="http://schemas.microsoft.com/office/drawing/2014/main" id="{D6E8AF8E-88D4-387B-7D60-012114C7FD21}"/>
              </a:ext>
            </a:extLst>
          </p:cNvPr>
          <p:cNvSpPr>
            <a:spLocks noGrp="1" noChangeArrowheads="1"/>
          </p:cNvSpPr>
          <p:nvPr>
            <p:ph idx="1"/>
          </p:nvPr>
        </p:nvSpPr>
        <p:spPr>
          <a:xfrm>
            <a:off x="427038" y="1238250"/>
            <a:ext cx="11487150" cy="5041900"/>
          </a:xfrm>
        </p:spPr>
        <p:txBody>
          <a:bodyPr/>
          <a:lstStyle/>
          <a:p>
            <a:pPr marL="457200" indent="-457200" algn="just" eaLnBrk="1" hangingPunct="1">
              <a:buFont typeface="Calibri Light" panose="020F0302020204030204" pitchFamily="34" charset="0"/>
              <a:buAutoNum type="arabicPeriod"/>
            </a:pPr>
            <a:r>
              <a:rPr lang="en-IN" altLang="en-US" sz="2400" dirty="0">
                <a:ea typeface="Calibri"/>
                <a:cs typeface="Calibri"/>
                <a:hlinkClick r:id="rId3"/>
              </a:rPr>
              <a:t>Machine Learning model that healthcare providers will use</a:t>
            </a:r>
            <a:endParaRPr lang="en-IN" altLang="en-US" sz="2400" dirty="0">
              <a:ea typeface="Calibri"/>
              <a:cs typeface="Calibri"/>
            </a:endParaRPr>
          </a:p>
          <a:p>
            <a:pPr marL="457200" indent="-457200" algn="just" eaLnBrk="1" hangingPunct="1">
              <a:buFont typeface="Calibri Light" panose="020F0302020204030204" pitchFamily="34" charset="0"/>
              <a:buAutoNum type="arabicPeriod"/>
            </a:pPr>
            <a:endParaRPr lang="en-IN" altLang="en-US" sz="2400"/>
          </a:p>
          <a:p>
            <a:pPr marL="457200" indent="-457200" algn="just" eaLnBrk="1" hangingPunct="1">
              <a:buAutoNum type="arabicPeriod"/>
            </a:pPr>
            <a:r>
              <a:rPr lang="en-IN" altLang="en-US" sz="2400" dirty="0">
                <a:ea typeface="Calibri"/>
                <a:cs typeface="Calibri"/>
                <a:hlinkClick r:id="rId4"/>
              </a:rPr>
              <a:t>Machine Learning (ML) in Medicine: Review, Application and Challenges</a:t>
            </a:r>
          </a:p>
          <a:p>
            <a:pPr marL="457200" indent="-457200" algn="just" eaLnBrk="1" hangingPunct="1">
              <a:buFont typeface="Calibri Light" panose="020F0302020204030204" pitchFamily="34" charset="0"/>
              <a:buAutoNum type="arabicPeriod"/>
            </a:pPr>
            <a:endParaRPr lang="en-IN" altLang="en-US" sz="2400"/>
          </a:p>
          <a:p>
            <a:pPr marL="457200" indent="-457200" algn="just" eaLnBrk="1" hangingPunct="1">
              <a:buAutoNum type="arabicPeriod"/>
            </a:pPr>
            <a:r>
              <a:rPr lang="en-IN" altLang="en-US" sz="2400" dirty="0">
                <a:ea typeface="Calibri" panose="020F0502020204030204"/>
                <a:cs typeface="Calibri" panose="020F0502020204030204"/>
                <a:hlinkClick r:id="rId5"/>
              </a:rPr>
              <a:t>Kaggle</a:t>
            </a:r>
          </a:p>
          <a:p>
            <a:pPr marL="457200" indent="-457200" algn="just">
              <a:buAutoNum type="arabicPeriod"/>
            </a:pPr>
            <a:endParaRPr lang="en-IN" altLang="en-US" sz="2400" dirty="0">
              <a:ea typeface="Calibri" panose="020F0502020204030204"/>
              <a:cs typeface="Calibri" panose="020F0502020204030204"/>
            </a:endParaRPr>
          </a:p>
          <a:p>
            <a:pPr marL="457200" indent="-457200" algn="just">
              <a:buAutoNum type="arabicPeriod"/>
            </a:pPr>
            <a:r>
              <a:rPr lang="en-IN" altLang="en-US" sz="2400" dirty="0">
                <a:ea typeface="Calibri" panose="020F0502020204030204"/>
                <a:cs typeface="Calibri" panose="020F0502020204030204"/>
              </a:rPr>
              <a:t>Copilot</a:t>
            </a:r>
          </a:p>
        </p:txBody>
      </p:sp>
      <p:sp>
        <p:nvSpPr>
          <p:cNvPr id="39939" name="Footer Placeholder 4">
            <a:extLst>
              <a:ext uri="{FF2B5EF4-FFF2-40B4-BE49-F238E27FC236}">
                <a16:creationId xmlns:a16="http://schemas.microsoft.com/office/drawing/2014/main" id="{763BC638-2983-E89B-9E80-291B195A5F7F}"/>
              </a:ext>
            </a:extLst>
          </p:cNvPr>
          <p:cNvSpPr>
            <a:spLocks noGrp="1" noChangeArrowheads="1"/>
          </p:cNvSpPr>
          <p:nvPr>
            <p:ph type="ftr" sz="quarter" idx="11"/>
          </p:nvPr>
        </p:nvSpPr>
        <p:spPr bwMode="auto">
          <a:xfrm>
            <a:off x="4038600" y="6459538"/>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IN" altLang="en-US" sz="1600">
                <a:solidFill>
                  <a:schemeClr val="bg1"/>
                </a:solidFill>
              </a:rPr>
              <a:t>Academic Year – 2024-25</a:t>
            </a:r>
            <a:endParaRPr lang="en-US" altLang="en-US" sz="1600">
              <a:solidFill>
                <a:schemeClr val="bg1"/>
              </a:solidFill>
            </a:endParaRPr>
          </a:p>
        </p:txBody>
      </p:sp>
      <p:sp>
        <p:nvSpPr>
          <p:cNvPr id="39940" name="Slide Number Placeholder 5">
            <a:extLst>
              <a:ext uri="{FF2B5EF4-FFF2-40B4-BE49-F238E27FC236}">
                <a16:creationId xmlns:a16="http://schemas.microsoft.com/office/drawing/2014/main" id="{895D1D02-0C8C-4007-96DF-D144AF1F232C}"/>
              </a:ext>
            </a:extLst>
          </p:cNvPr>
          <p:cNvSpPr>
            <a:spLocks noGrp="1" noChangeArrowheads="1"/>
          </p:cNvSpPr>
          <p:nvPr>
            <p:ph type="sldNum" sz="quarter" idx="12"/>
          </p:nvPr>
        </p:nvSpPr>
        <p:spPr bwMode="auto">
          <a:xfrm>
            <a:off x="9244013" y="64452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A858FB8-21E6-46DC-9422-742E06DB03E6}" type="slidenum">
              <a:rPr lang="en-US" altLang="en-US" sz="1600" smtClean="0">
                <a:solidFill>
                  <a:schemeClr val="bg1"/>
                </a:solidFill>
              </a:rPr>
              <a:pPr fontAlgn="base">
                <a:lnSpc>
                  <a:spcPct val="100000"/>
                </a:lnSpc>
                <a:spcBef>
                  <a:spcPct val="0"/>
                </a:spcBef>
                <a:spcAft>
                  <a:spcPct val="0"/>
                </a:spcAft>
                <a:buFontTx/>
                <a:buNone/>
              </a:pPr>
              <a:t>12</a:t>
            </a:fld>
            <a:endParaRPr lang="en-US" altLang="en-US" sz="1600">
              <a:solidFill>
                <a:schemeClr val="bg1"/>
              </a:solidFill>
            </a:endParaRPr>
          </a:p>
        </p:txBody>
      </p:sp>
      <p:sp>
        <p:nvSpPr>
          <p:cNvPr id="11" name="Rectangle 10">
            <a:extLst>
              <a:ext uri="{FF2B5EF4-FFF2-40B4-BE49-F238E27FC236}">
                <a16:creationId xmlns:a16="http://schemas.microsoft.com/office/drawing/2014/main" id="{0FC1F669-3F53-0654-2032-DE0C1A25B539}"/>
              </a:ext>
            </a:extLst>
          </p:cNvPr>
          <p:cNvSpPr/>
          <p:nvPr/>
        </p:nvSpPr>
        <p:spPr>
          <a:xfrm>
            <a:off x="0" y="-14288"/>
            <a:ext cx="12192000" cy="392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9942" name="TextBox 12">
            <a:extLst>
              <a:ext uri="{FF2B5EF4-FFF2-40B4-BE49-F238E27FC236}">
                <a16:creationId xmlns:a16="http://schemas.microsoft.com/office/drawing/2014/main" id="{B181CADF-6FC9-E283-B98C-6C1232D53061}"/>
              </a:ext>
            </a:extLst>
          </p:cNvPr>
          <p:cNvSpPr txBox="1">
            <a:spLocks noChangeArrowheads="1"/>
          </p:cNvSpPr>
          <p:nvPr/>
        </p:nvSpPr>
        <p:spPr bwMode="auto">
          <a:xfrm>
            <a:off x="412750" y="450850"/>
            <a:ext cx="11487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000" b="1">
                <a:solidFill>
                  <a:schemeClr val="accent1"/>
                </a:solidFill>
              </a:rPr>
              <a:t>References </a:t>
            </a:r>
          </a:p>
          <a:p>
            <a:pPr eaLnBrk="1" hangingPunct="1">
              <a:lnSpc>
                <a:spcPct val="100000"/>
              </a:lnSpc>
              <a:spcBef>
                <a:spcPct val="0"/>
              </a:spcBef>
              <a:buFont typeface="Arial" panose="020B0604020202020204" pitchFamily="34" charset="0"/>
              <a:buNone/>
            </a:pPr>
            <a:endParaRPr lang="en-US" altLang="en-US" sz="3000" b="1">
              <a:solidFill>
                <a:schemeClr val="accent1"/>
              </a:solidFill>
            </a:endParaRPr>
          </a:p>
        </p:txBody>
      </p:sp>
      <p:cxnSp>
        <p:nvCxnSpPr>
          <p:cNvPr id="18" name="Straight Connector 17">
            <a:extLst>
              <a:ext uri="{FF2B5EF4-FFF2-40B4-BE49-F238E27FC236}">
                <a16:creationId xmlns:a16="http://schemas.microsoft.com/office/drawing/2014/main" id="{118E2340-5B83-8169-A2E0-0E6C30FDB080}"/>
              </a:ext>
            </a:extLst>
          </p:cNvPr>
          <p:cNvCxnSpPr>
            <a:cxnSpLocks/>
          </p:cNvCxnSpPr>
          <p:nvPr/>
        </p:nvCxnSpPr>
        <p:spPr>
          <a:xfrm>
            <a:off x="9525" y="1050925"/>
            <a:ext cx="12182475"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39944" name="Footer Placeholder 4">
            <a:extLst>
              <a:ext uri="{FF2B5EF4-FFF2-40B4-BE49-F238E27FC236}">
                <a16:creationId xmlns:a16="http://schemas.microsoft.com/office/drawing/2014/main" id="{3CEFFD24-BC83-E420-D9B9-684776C2D5EC}"/>
              </a:ext>
            </a:extLst>
          </p:cNvPr>
          <p:cNvSpPr txBox="1">
            <a:spLocks noChangeArrowheads="1"/>
          </p:cNvSpPr>
          <p:nvPr/>
        </p:nvSpPr>
        <p:spPr bwMode="auto">
          <a:xfrm>
            <a:off x="61913" y="646430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600" dirty="0" err="1">
                <a:solidFill>
                  <a:schemeClr val="bg1"/>
                </a:solidFill>
                <a:latin typeface="Calibri"/>
                <a:ea typeface="Calibri"/>
                <a:cs typeface="Calibri"/>
              </a:rPr>
              <a:t>Enrollment</a:t>
            </a:r>
            <a:r>
              <a:rPr lang="en-IN" altLang="en-US" sz="1600" dirty="0">
                <a:solidFill>
                  <a:schemeClr val="bg1"/>
                </a:solidFill>
                <a:latin typeface="Calibri"/>
                <a:ea typeface="Calibri"/>
                <a:cs typeface="Calibri"/>
              </a:rPr>
              <a:t> No: 2101201081, 2101201009</a:t>
            </a:r>
            <a:endParaRPr lang="en-US" altLang="en-US" sz="1600" dirty="0">
              <a:solidFill>
                <a:schemeClr val="bg1"/>
              </a:solidFill>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18112</TotalTime>
  <Words>1307</Words>
  <Application>Microsoft Office PowerPoint</Application>
  <PresentationFormat>Widescreen</PresentationFormat>
  <Paragraphs>170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access  control of different devices using advance port knocking technique</dc:title>
  <dc:creator>yami1</dc:creator>
  <cp:lastModifiedBy>Microsoft Office User</cp:lastModifiedBy>
  <cp:revision>862</cp:revision>
  <dcterms:created xsi:type="dcterms:W3CDTF">2019-08-28T03:08:06Z</dcterms:created>
  <dcterms:modified xsi:type="dcterms:W3CDTF">2024-12-28T11:39:18Z</dcterms:modified>
</cp:coreProperties>
</file>